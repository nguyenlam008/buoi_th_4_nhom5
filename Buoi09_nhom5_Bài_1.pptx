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8" r:id="rId3"/>
    <p:sldId id="259" r:id="rId4"/>
    <p:sldId id="260" r:id="rId5"/>
    <p:sldId id="261" r:id="rId6"/>
    <p:sldId id="262" r:id="rId7"/>
    <p:sldId id="263" r:id="rId8"/>
    <p:sldId id="264" r:id="rId9"/>
    <p:sldId id="265" r:id="rId10"/>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14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p:cNvSpPr>
            <a:spLocks noGrp="1"/>
          </p:cNvSpPr>
          <p:nvPr>
            <p:ph type="ctrTitle" hasCustomPrompt="1"/>
          </p:nvPr>
        </p:nvSpPr>
        <p:spPr>
          <a:xfrm>
            <a:off x="1524000" y="1122363"/>
            <a:ext cx="9144000" cy="2387600"/>
          </a:xfrm>
        </p:spPr>
        <p:txBody>
          <a:bodyPr anchor="b"/>
          <a:lstStyle>
            <a:lvl1pPr algn="ctr">
              <a:defRPr sz="6000"/>
            </a:lvl1pPr>
          </a:lstStyle>
          <a:p>
            <a:r>
              <a:rPr lang="vi-VN"/>
              <a:t>Bấm để sửa kiểu tiêu đề Bản cái</a:t>
            </a:r>
            <a:endParaRPr lang="vi-VN"/>
          </a:p>
        </p:txBody>
      </p:sp>
      <p:sp>
        <p:nvSpPr>
          <p:cNvPr id="3" name="Tiêu đề phụ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vi-VN"/>
          </a:p>
        </p:txBody>
      </p:sp>
      <p:sp>
        <p:nvSpPr>
          <p:cNvPr id="4" name="Chỗ dành sẵn cho Ngày tháng 3"/>
          <p:cNvSpPr>
            <a:spLocks noGrp="1"/>
          </p:cNvSpPr>
          <p:nvPr>
            <p:ph type="dt" sz="half" idx="10"/>
          </p:nvPr>
        </p:nvSpPr>
        <p:spPr/>
        <p:txBody>
          <a:bodyPr/>
          <a:lstStyle/>
          <a:p>
            <a:fld id="{D4905470-7D0F-4570-8086-3DA2AC7CD58A}" type="datetimeFigureOut">
              <a:rPr lang="vi-VN" smtClean="0"/>
            </a:fld>
            <a:endParaRPr lang="vi-VN"/>
          </a:p>
        </p:txBody>
      </p:sp>
      <p:sp>
        <p:nvSpPr>
          <p:cNvPr id="5" name="Chỗ dành sẵn cho Chân trang 4"/>
          <p:cNvSpPr>
            <a:spLocks noGrp="1"/>
          </p:cNvSpPr>
          <p:nvPr>
            <p:ph type="ftr" sz="quarter" idx="11"/>
          </p:nvPr>
        </p:nvSpPr>
        <p:spPr/>
        <p:txBody>
          <a:bodyPr/>
          <a:lstStyle/>
          <a:p>
            <a:endParaRPr lang="vi-VN"/>
          </a:p>
        </p:txBody>
      </p:sp>
      <p:sp>
        <p:nvSpPr>
          <p:cNvPr id="6" name="Chỗ dành sẵn cho Số hiệu Bản chiếu 5"/>
          <p:cNvSpPr>
            <a:spLocks noGrp="1"/>
          </p:cNvSpPr>
          <p:nvPr>
            <p:ph type="sldNum" sz="quarter" idx="12"/>
          </p:nvPr>
        </p:nvSpPr>
        <p:spPr/>
        <p:txBody>
          <a:bodyPr/>
          <a:lstStyle/>
          <a:p>
            <a:fld id="{A770E5AE-540E-4889-8D11-BAD157747170}" type="slidenum">
              <a:rPr lang="vi-VN" smtClean="0"/>
            </a:fld>
            <a:endParaRPr lang="vi-VN"/>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p:cNvSpPr>
            <a:spLocks noGrp="1"/>
          </p:cNvSpPr>
          <p:nvPr>
            <p:ph type="title" hasCustomPrompt="1"/>
          </p:nvPr>
        </p:nvSpPr>
        <p:spPr/>
        <p:txBody>
          <a:bodyPr/>
          <a:lstStyle/>
          <a:p>
            <a:r>
              <a:rPr lang="vi-VN"/>
              <a:t>Bấm để sửa kiểu tiêu đề Bản cái</a:t>
            </a:r>
            <a:endParaRPr lang="vi-VN"/>
          </a:p>
        </p:txBody>
      </p:sp>
      <p:sp>
        <p:nvSpPr>
          <p:cNvPr id="3" name="Chỗ dành sẵn cho Nội dung 2"/>
          <p:cNvSpPr>
            <a:spLocks noGrp="1"/>
          </p:cNvSpPr>
          <p:nvPr>
            <p:ph idx="1" hasCustomPrompt="1"/>
          </p:nvPr>
        </p:nvSpPr>
        <p:spPr/>
        <p:txBody>
          <a:bodyPr/>
          <a:lstStyle/>
          <a:p>
            <a:pPr lvl="0"/>
            <a:r>
              <a:rPr lang="vi-VN"/>
              <a:t>Bấm để chỉnh sửa kiểu văn bản của Bản cái</a:t>
            </a:r>
            <a:endParaRPr lang="vi-VN"/>
          </a:p>
          <a:p>
            <a:pPr lvl="1"/>
            <a:r>
              <a:rPr lang="vi-VN"/>
              <a:t>Mức hai</a:t>
            </a:r>
            <a:endParaRPr lang="vi-VN"/>
          </a:p>
          <a:p>
            <a:pPr lvl="2"/>
            <a:r>
              <a:rPr lang="vi-VN"/>
              <a:t>Mức ba</a:t>
            </a:r>
            <a:endParaRPr lang="vi-VN"/>
          </a:p>
          <a:p>
            <a:pPr lvl="3"/>
            <a:r>
              <a:rPr lang="vi-VN"/>
              <a:t>Mức bốn</a:t>
            </a:r>
            <a:endParaRPr lang="vi-VN"/>
          </a:p>
          <a:p>
            <a:pPr lvl="4"/>
            <a:r>
              <a:rPr lang="vi-VN"/>
              <a:t>Mức năm</a:t>
            </a:r>
            <a:endParaRPr lang="vi-VN"/>
          </a:p>
        </p:txBody>
      </p:sp>
      <p:sp>
        <p:nvSpPr>
          <p:cNvPr id="4" name="Chỗ dành sẵn cho Ngày tháng 3"/>
          <p:cNvSpPr>
            <a:spLocks noGrp="1"/>
          </p:cNvSpPr>
          <p:nvPr>
            <p:ph type="dt" sz="half" idx="10"/>
          </p:nvPr>
        </p:nvSpPr>
        <p:spPr/>
        <p:txBody>
          <a:bodyPr/>
          <a:lstStyle/>
          <a:p>
            <a:fld id="{D4905470-7D0F-4570-8086-3DA2AC7CD58A}" type="datetimeFigureOut">
              <a:rPr lang="vi-VN" smtClean="0"/>
            </a:fld>
            <a:endParaRPr lang="vi-VN"/>
          </a:p>
        </p:txBody>
      </p:sp>
      <p:sp>
        <p:nvSpPr>
          <p:cNvPr id="5" name="Chỗ dành sẵn cho Chân trang 4"/>
          <p:cNvSpPr>
            <a:spLocks noGrp="1"/>
          </p:cNvSpPr>
          <p:nvPr>
            <p:ph type="ftr" sz="quarter" idx="11"/>
          </p:nvPr>
        </p:nvSpPr>
        <p:spPr/>
        <p:txBody>
          <a:bodyPr/>
          <a:lstStyle/>
          <a:p>
            <a:endParaRPr lang="vi-VN"/>
          </a:p>
        </p:txBody>
      </p:sp>
      <p:sp>
        <p:nvSpPr>
          <p:cNvPr id="6" name="Chỗ dành sẵn cho Số hiệu Bản chiếu 5"/>
          <p:cNvSpPr>
            <a:spLocks noGrp="1"/>
          </p:cNvSpPr>
          <p:nvPr>
            <p:ph type="sldNum" sz="quarter" idx="12"/>
          </p:nvPr>
        </p:nvSpPr>
        <p:spPr/>
        <p:txBody>
          <a:bodyPr/>
          <a:lstStyle/>
          <a:p>
            <a:fld id="{A770E5AE-540E-4889-8D11-BAD157747170}" type="slidenum">
              <a:rPr lang="vi-VN" smtClean="0"/>
            </a:fld>
            <a:endParaRPr lang="vi-VN"/>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1850" y="1709738"/>
            <a:ext cx="10515600" cy="2852737"/>
          </a:xfrm>
        </p:spPr>
        <p:txBody>
          <a:bodyPr anchor="b"/>
          <a:lstStyle>
            <a:lvl1pPr>
              <a:defRPr sz="6000"/>
            </a:lvl1pPr>
          </a:lstStyle>
          <a:p>
            <a:r>
              <a:rPr lang="vi-VN"/>
              <a:t>Bấm để sửa kiểu tiêu đề Bản cái</a:t>
            </a:r>
            <a:endParaRPr lang="vi-VN"/>
          </a:p>
        </p:txBody>
      </p:sp>
      <p:sp>
        <p:nvSpPr>
          <p:cNvPr id="3" name="Chỗ dành sẵn cho Văn bản 2"/>
          <p:cNvSpPr>
            <a:spLocks noGrp="1"/>
          </p:cNvSpPr>
          <p:nvPr>
            <p:ph type="body" idx="1" hasCustomPrompt="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endParaRPr lang="vi-VN"/>
          </a:p>
        </p:txBody>
      </p:sp>
      <p:sp>
        <p:nvSpPr>
          <p:cNvPr id="4" name="Chỗ dành sẵn cho Ngày tháng 3"/>
          <p:cNvSpPr>
            <a:spLocks noGrp="1"/>
          </p:cNvSpPr>
          <p:nvPr>
            <p:ph type="dt" sz="half" idx="10"/>
          </p:nvPr>
        </p:nvSpPr>
        <p:spPr/>
        <p:txBody>
          <a:bodyPr/>
          <a:lstStyle/>
          <a:p>
            <a:fld id="{D4905470-7D0F-4570-8086-3DA2AC7CD58A}" type="datetimeFigureOut">
              <a:rPr lang="vi-VN" smtClean="0"/>
            </a:fld>
            <a:endParaRPr lang="vi-VN"/>
          </a:p>
        </p:txBody>
      </p:sp>
      <p:sp>
        <p:nvSpPr>
          <p:cNvPr id="5" name="Chỗ dành sẵn cho Chân trang 4"/>
          <p:cNvSpPr>
            <a:spLocks noGrp="1"/>
          </p:cNvSpPr>
          <p:nvPr>
            <p:ph type="ftr" sz="quarter" idx="11"/>
          </p:nvPr>
        </p:nvSpPr>
        <p:spPr/>
        <p:txBody>
          <a:bodyPr/>
          <a:lstStyle/>
          <a:p>
            <a:endParaRPr lang="vi-VN"/>
          </a:p>
        </p:txBody>
      </p:sp>
      <p:sp>
        <p:nvSpPr>
          <p:cNvPr id="6" name="Chỗ dành sẵn cho Số hiệu Bản chiếu 5"/>
          <p:cNvSpPr>
            <a:spLocks noGrp="1"/>
          </p:cNvSpPr>
          <p:nvPr>
            <p:ph type="sldNum" sz="quarter" idx="12"/>
          </p:nvPr>
        </p:nvSpPr>
        <p:spPr/>
        <p:txBody>
          <a:bodyPr/>
          <a:lstStyle/>
          <a:p>
            <a:fld id="{A770E5AE-540E-4889-8D11-BAD157747170}" type="slidenum">
              <a:rPr lang="vi-VN" smtClean="0"/>
            </a:fld>
            <a:endParaRPr lang="vi-VN"/>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p:cNvSpPr>
            <a:spLocks noGrp="1"/>
          </p:cNvSpPr>
          <p:nvPr>
            <p:ph type="title" hasCustomPrompt="1"/>
          </p:nvPr>
        </p:nvSpPr>
        <p:spPr/>
        <p:txBody>
          <a:bodyPr/>
          <a:lstStyle/>
          <a:p>
            <a:r>
              <a:rPr lang="vi-VN"/>
              <a:t>Bấm để sửa kiểu tiêu đề Bản cái</a:t>
            </a:r>
            <a:endParaRPr lang="vi-VN"/>
          </a:p>
        </p:txBody>
      </p:sp>
      <p:sp>
        <p:nvSpPr>
          <p:cNvPr id="3" name="Chỗ dành sẵn cho Nội dung 2"/>
          <p:cNvSpPr>
            <a:spLocks noGrp="1"/>
          </p:cNvSpPr>
          <p:nvPr>
            <p:ph sz="half" idx="1" hasCustomPrompt="1"/>
          </p:nvPr>
        </p:nvSpPr>
        <p:spPr>
          <a:xfrm>
            <a:off x="838200" y="1825625"/>
            <a:ext cx="5181600" cy="4351338"/>
          </a:xfrm>
        </p:spPr>
        <p:txBody>
          <a:bodyPr/>
          <a:lstStyle/>
          <a:p>
            <a:pPr lvl="0"/>
            <a:r>
              <a:rPr lang="vi-VN"/>
              <a:t>Bấm để chỉnh sửa kiểu văn bản của Bản cái</a:t>
            </a:r>
            <a:endParaRPr lang="vi-VN"/>
          </a:p>
          <a:p>
            <a:pPr lvl="1"/>
            <a:r>
              <a:rPr lang="vi-VN"/>
              <a:t>Mức hai</a:t>
            </a:r>
            <a:endParaRPr lang="vi-VN"/>
          </a:p>
          <a:p>
            <a:pPr lvl="2"/>
            <a:r>
              <a:rPr lang="vi-VN"/>
              <a:t>Mức ba</a:t>
            </a:r>
            <a:endParaRPr lang="vi-VN"/>
          </a:p>
          <a:p>
            <a:pPr lvl="3"/>
            <a:r>
              <a:rPr lang="vi-VN"/>
              <a:t>Mức bốn</a:t>
            </a:r>
            <a:endParaRPr lang="vi-VN"/>
          </a:p>
          <a:p>
            <a:pPr lvl="4"/>
            <a:r>
              <a:rPr lang="vi-VN"/>
              <a:t>Mức năm</a:t>
            </a:r>
            <a:endParaRPr lang="vi-VN"/>
          </a:p>
        </p:txBody>
      </p:sp>
      <p:sp>
        <p:nvSpPr>
          <p:cNvPr id="4" name="Chỗ dành sẵn cho Nội dung 3"/>
          <p:cNvSpPr>
            <a:spLocks noGrp="1"/>
          </p:cNvSpPr>
          <p:nvPr>
            <p:ph sz="half" idx="2" hasCustomPrompt="1"/>
          </p:nvPr>
        </p:nvSpPr>
        <p:spPr>
          <a:xfrm>
            <a:off x="6172200" y="1825625"/>
            <a:ext cx="5181600" cy="4351338"/>
          </a:xfrm>
        </p:spPr>
        <p:txBody>
          <a:bodyPr/>
          <a:lstStyle/>
          <a:p>
            <a:pPr lvl="0"/>
            <a:r>
              <a:rPr lang="vi-VN"/>
              <a:t>Bấm để chỉnh sửa kiểu văn bản của Bản cái</a:t>
            </a:r>
            <a:endParaRPr lang="vi-VN"/>
          </a:p>
          <a:p>
            <a:pPr lvl="1"/>
            <a:r>
              <a:rPr lang="vi-VN"/>
              <a:t>Mức hai</a:t>
            </a:r>
            <a:endParaRPr lang="vi-VN"/>
          </a:p>
          <a:p>
            <a:pPr lvl="2"/>
            <a:r>
              <a:rPr lang="vi-VN"/>
              <a:t>Mức ba</a:t>
            </a:r>
            <a:endParaRPr lang="vi-VN"/>
          </a:p>
          <a:p>
            <a:pPr lvl="3"/>
            <a:r>
              <a:rPr lang="vi-VN"/>
              <a:t>Mức bốn</a:t>
            </a:r>
            <a:endParaRPr lang="vi-VN"/>
          </a:p>
          <a:p>
            <a:pPr lvl="4"/>
            <a:r>
              <a:rPr lang="vi-VN"/>
              <a:t>Mức năm</a:t>
            </a:r>
            <a:endParaRPr lang="vi-VN"/>
          </a:p>
        </p:txBody>
      </p:sp>
      <p:sp>
        <p:nvSpPr>
          <p:cNvPr id="5" name="Chỗ dành sẵn cho Ngày tháng 4"/>
          <p:cNvSpPr>
            <a:spLocks noGrp="1"/>
          </p:cNvSpPr>
          <p:nvPr>
            <p:ph type="dt" sz="half" idx="10"/>
          </p:nvPr>
        </p:nvSpPr>
        <p:spPr/>
        <p:txBody>
          <a:bodyPr/>
          <a:lstStyle/>
          <a:p>
            <a:fld id="{D4905470-7D0F-4570-8086-3DA2AC7CD58A}" type="datetimeFigureOut">
              <a:rPr lang="vi-VN" smtClean="0"/>
            </a:fld>
            <a:endParaRPr lang="vi-VN"/>
          </a:p>
        </p:txBody>
      </p:sp>
      <p:sp>
        <p:nvSpPr>
          <p:cNvPr id="6" name="Chỗ dành sẵn cho Chân trang 5"/>
          <p:cNvSpPr>
            <a:spLocks noGrp="1"/>
          </p:cNvSpPr>
          <p:nvPr>
            <p:ph type="ftr" sz="quarter" idx="11"/>
          </p:nvPr>
        </p:nvSpPr>
        <p:spPr/>
        <p:txBody>
          <a:bodyPr/>
          <a:lstStyle/>
          <a:p>
            <a:endParaRPr lang="vi-VN"/>
          </a:p>
        </p:txBody>
      </p:sp>
      <p:sp>
        <p:nvSpPr>
          <p:cNvPr id="7" name="Chỗ dành sẵn cho Số hiệu Bản chiếu 6"/>
          <p:cNvSpPr>
            <a:spLocks noGrp="1"/>
          </p:cNvSpPr>
          <p:nvPr>
            <p:ph type="sldNum" sz="quarter" idx="12"/>
          </p:nvPr>
        </p:nvSpPr>
        <p:spPr/>
        <p:txBody>
          <a:bodyPr/>
          <a:lstStyle/>
          <a:p>
            <a:fld id="{A770E5AE-540E-4889-8D11-BAD157747170}" type="slidenum">
              <a:rPr lang="vi-VN" smtClean="0"/>
            </a:fld>
            <a:endParaRPr lang="vi-VN"/>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9788" y="365125"/>
            <a:ext cx="10515600" cy="1325563"/>
          </a:xfrm>
        </p:spPr>
        <p:txBody>
          <a:bodyPr/>
          <a:lstStyle/>
          <a:p>
            <a:r>
              <a:rPr lang="vi-VN"/>
              <a:t>Bấm để sửa kiểu tiêu đề Bản cái</a:t>
            </a:r>
            <a:endParaRPr lang="vi-VN"/>
          </a:p>
        </p:txBody>
      </p:sp>
      <p:sp>
        <p:nvSpPr>
          <p:cNvPr id="3" name="Chỗ dành sẵn cho Văn bản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endParaRPr lang="vi-VN"/>
          </a:p>
        </p:txBody>
      </p:sp>
      <p:sp>
        <p:nvSpPr>
          <p:cNvPr id="4" name="Chỗ dành sẵn cho Nội dung 3"/>
          <p:cNvSpPr>
            <a:spLocks noGrp="1"/>
          </p:cNvSpPr>
          <p:nvPr>
            <p:ph sz="half" idx="2" hasCustomPrompt="1"/>
          </p:nvPr>
        </p:nvSpPr>
        <p:spPr>
          <a:xfrm>
            <a:off x="839788" y="2505075"/>
            <a:ext cx="5157787" cy="3684588"/>
          </a:xfrm>
        </p:spPr>
        <p:txBody>
          <a:bodyPr/>
          <a:lstStyle/>
          <a:p>
            <a:pPr lvl="0"/>
            <a:r>
              <a:rPr lang="vi-VN"/>
              <a:t>Bấm để chỉnh sửa kiểu văn bản của Bản cái</a:t>
            </a:r>
            <a:endParaRPr lang="vi-VN"/>
          </a:p>
          <a:p>
            <a:pPr lvl="1"/>
            <a:r>
              <a:rPr lang="vi-VN"/>
              <a:t>Mức hai</a:t>
            </a:r>
            <a:endParaRPr lang="vi-VN"/>
          </a:p>
          <a:p>
            <a:pPr lvl="2"/>
            <a:r>
              <a:rPr lang="vi-VN"/>
              <a:t>Mức ba</a:t>
            </a:r>
            <a:endParaRPr lang="vi-VN"/>
          </a:p>
          <a:p>
            <a:pPr lvl="3"/>
            <a:r>
              <a:rPr lang="vi-VN"/>
              <a:t>Mức bốn</a:t>
            </a:r>
            <a:endParaRPr lang="vi-VN"/>
          </a:p>
          <a:p>
            <a:pPr lvl="4"/>
            <a:r>
              <a:rPr lang="vi-VN"/>
              <a:t>Mức năm</a:t>
            </a:r>
            <a:endParaRPr lang="vi-VN"/>
          </a:p>
        </p:txBody>
      </p:sp>
      <p:sp>
        <p:nvSpPr>
          <p:cNvPr id="5" name="Chỗ dành sẵn cho Văn bản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endParaRPr lang="vi-VN"/>
          </a:p>
        </p:txBody>
      </p:sp>
      <p:sp>
        <p:nvSpPr>
          <p:cNvPr id="6" name="Chỗ dành sẵn cho Nội dung 5"/>
          <p:cNvSpPr>
            <a:spLocks noGrp="1"/>
          </p:cNvSpPr>
          <p:nvPr>
            <p:ph sz="quarter" idx="4" hasCustomPrompt="1"/>
          </p:nvPr>
        </p:nvSpPr>
        <p:spPr>
          <a:xfrm>
            <a:off x="6172200" y="2505075"/>
            <a:ext cx="5183188" cy="3684588"/>
          </a:xfrm>
        </p:spPr>
        <p:txBody>
          <a:bodyPr/>
          <a:lstStyle/>
          <a:p>
            <a:pPr lvl="0"/>
            <a:r>
              <a:rPr lang="vi-VN"/>
              <a:t>Bấm để chỉnh sửa kiểu văn bản của Bản cái</a:t>
            </a:r>
            <a:endParaRPr lang="vi-VN"/>
          </a:p>
          <a:p>
            <a:pPr lvl="1"/>
            <a:r>
              <a:rPr lang="vi-VN"/>
              <a:t>Mức hai</a:t>
            </a:r>
            <a:endParaRPr lang="vi-VN"/>
          </a:p>
          <a:p>
            <a:pPr lvl="2"/>
            <a:r>
              <a:rPr lang="vi-VN"/>
              <a:t>Mức ba</a:t>
            </a:r>
            <a:endParaRPr lang="vi-VN"/>
          </a:p>
          <a:p>
            <a:pPr lvl="3"/>
            <a:r>
              <a:rPr lang="vi-VN"/>
              <a:t>Mức bốn</a:t>
            </a:r>
            <a:endParaRPr lang="vi-VN"/>
          </a:p>
          <a:p>
            <a:pPr lvl="4"/>
            <a:r>
              <a:rPr lang="vi-VN"/>
              <a:t>Mức năm</a:t>
            </a:r>
            <a:endParaRPr lang="vi-VN"/>
          </a:p>
        </p:txBody>
      </p:sp>
      <p:sp>
        <p:nvSpPr>
          <p:cNvPr id="7" name="Chỗ dành sẵn cho Ngày tháng 6"/>
          <p:cNvSpPr>
            <a:spLocks noGrp="1"/>
          </p:cNvSpPr>
          <p:nvPr>
            <p:ph type="dt" sz="half" idx="10"/>
          </p:nvPr>
        </p:nvSpPr>
        <p:spPr/>
        <p:txBody>
          <a:bodyPr/>
          <a:lstStyle/>
          <a:p>
            <a:fld id="{D4905470-7D0F-4570-8086-3DA2AC7CD58A}" type="datetimeFigureOut">
              <a:rPr lang="vi-VN" smtClean="0"/>
            </a:fld>
            <a:endParaRPr lang="vi-VN"/>
          </a:p>
        </p:txBody>
      </p:sp>
      <p:sp>
        <p:nvSpPr>
          <p:cNvPr id="8" name="Chỗ dành sẵn cho Chân trang 7"/>
          <p:cNvSpPr>
            <a:spLocks noGrp="1"/>
          </p:cNvSpPr>
          <p:nvPr>
            <p:ph type="ftr" sz="quarter" idx="11"/>
          </p:nvPr>
        </p:nvSpPr>
        <p:spPr/>
        <p:txBody>
          <a:bodyPr/>
          <a:lstStyle/>
          <a:p>
            <a:endParaRPr lang="vi-VN"/>
          </a:p>
        </p:txBody>
      </p:sp>
      <p:sp>
        <p:nvSpPr>
          <p:cNvPr id="9" name="Chỗ dành sẵn cho Số hiệu Bản chiếu 8"/>
          <p:cNvSpPr>
            <a:spLocks noGrp="1"/>
          </p:cNvSpPr>
          <p:nvPr>
            <p:ph type="sldNum" sz="quarter" idx="12"/>
          </p:nvPr>
        </p:nvSpPr>
        <p:spPr/>
        <p:txBody>
          <a:bodyPr/>
          <a:lstStyle/>
          <a:p>
            <a:fld id="{A770E5AE-540E-4889-8D11-BAD157747170}" type="slidenum">
              <a:rPr lang="vi-VN" smtClean="0"/>
            </a:fld>
            <a:endParaRPr lang="vi-VN"/>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p:cNvSpPr>
            <a:spLocks noGrp="1"/>
          </p:cNvSpPr>
          <p:nvPr>
            <p:ph type="title" hasCustomPrompt="1"/>
          </p:nvPr>
        </p:nvSpPr>
        <p:spPr/>
        <p:txBody>
          <a:bodyPr/>
          <a:lstStyle/>
          <a:p>
            <a:r>
              <a:rPr lang="vi-VN"/>
              <a:t>Bấm để sửa kiểu tiêu đề Bản cái</a:t>
            </a:r>
            <a:endParaRPr lang="vi-VN"/>
          </a:p>
        </p:txBody>
      </p:sp>
      <p:sp>
        <p:nvSpPr>
          <p:cNvPr id="3" name="Chỗ dành sẵn cho Ngày tháng 2"/>
          <p:cNvSpPr>
            <a:spLocks noGrp="1"/>
          </p:cNvSpPr>
          <p:nvPr>
            <p:ph type="dt" sz="half" idx="10"/>
          </p:nvPr>
        </p:nvSpPr>
        <p:spPr/>
        <p:txBody>
          <a:bodyPr/>
          <a:lstStyle/>
          <a:p>
            <a:fld id="{D4905470-7D0F-4570-8086-3DA2AC7CD58A}" type="datetimeFigureOut">
              <a:rPr lang="vi-VN" smtClean="0"/>
            </a:fld>
            <a:endParaRPr lang="vi-VN"/>
          </a:p>
        </p:txBody>
      </p:sp>
      <p:sp>
        <p:nvSpPr>
          <p:cNvPr id="4" name="Chỗ dành sẵn cho Chân trang 3"/>
          <p:cNvSpPr>
            <a:spLocks noGrp="1"/>
          </p:cNvSpPr>
          <p:nvPr>
            <p:ph type="ftr" sz="quarter" idx="11"/>
          </p:nvPr>
        </p:nvSpPr>
        <p:spPr/>
        <p:txBody>
          <a:bodyPr/>
          <a:lstStyle/>
          <a:p>
            <a:endParaRPr lang="vi-VN"/>
          </a:p>
        </p:txBody>
      </p:sp>
      <p:sp>
        <p:nvSpPr>
          <p:cNvPr id="5" name="Chỗ dành sẵn cho Số hiệu Bản chiếu 4"/>
          <p:cNvSpPr>
            <a:spLocks noGrp="1"/>
          </p:cNvSpPr>
          <p:nvPr>
            <p:ph type="sldNum" sz="quarter" idx="12"/>
          </p:nvPr>
        </p:nvSpPr>
        <p:spPr/>
        <p:txBody>
          <a:bodyPr/>
          <a:lstStyle/>
          <a:p>
            <a:fld id="{A770E5AE-540E-4889-8D11-BAD157747170}" type="slidenum">
              <a:rPr lang="vi-VN" smtClean="0"/>
            </a:fld>
            <a:endParaRPr lang="vi-VN"/>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p:cNvSpPr>
            <a:spLocks noGrp="1"/>
          </p:cNvSpPr>
          <p:nvPr>
            <p:ph type="dt" sz="half" idx="10"/>
          </p:nvPr>
        </p:nvSpPr>
        <p:spPr/>
        <p:txBody>
          <a:bodyPr/>
          <a:lstStyle/>
          <a:p>
            <a:fld id="{D4905470-7D0F-4570-8086-3DA2AC7CD58A}" type="datetimeFigureOut">
              <a:rPr lang="vi-VN" smtClean="0"/>
            </a:fld>
            <a:endParaRPr lang="vi-VN"/>
          </a:p>
        </p:txBody>
      </p:sp>
      <p:sp>
        <p:nvSpPr>
          <p:cNvPr id="3" name="Chỗ dành sẵn cho Chân trang 2"/>
          <p:cNvSpPr>
            <a:spLocks noGrp="1"/>
          </p:cNvSpPr>
          <p:nvPr>
            <p:ph type="ftr" sz="quarter" idx="11"/>
          </p:nvPr>
        </p:nvSpPr>
        <p:spPr/>
        <p:txBody>
          <a:bodyPr/>
          <a:lstStyle/>
          <a:p>
            <a:endParaRPr lang="vi-VN"/>
          </a:p>
        </p:txBody>
      </p:sp>
      <p:sp>
        <p:nvSpPr>
          <p:cNvPr id="4" name="Chỗ dành sẵn cho Số hiệu Bản chiếu 3"/>
          <p:cNvSpPr>
            <a:spLocks noGrp="1"/>
          </p:cNvSpPr>
          <p:nvPr>
            <p:ph type="sldNum" sz="quarter" idx="12"/>
          </p:nvPr>
        </p:nvSpPr>
        <p:spPr/>
        <p:txBody>
          <a:bodyPr/>
          <a:lstStyle/>
          <a:p>
            <a:fld id="{A770E5AE-540E-4889-8D11-BAD157747170}" type="slidenum">
              <a:rPr lang="vi-VN" smtClean="0"/>
            </a:fld>
            <a:endParaRPr lang="vi-V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9788" y="457200"/>
            <a:ext cx="3932237" cy="1600200"/>
          </a:xfrm>
        </p:spPr>
        <p:txBody>
          <a:bodyPr anchor="b"/>
          <a:lstStyle>
            <a:lvl1pPr>
              <a:defRPr sz="3200"/>
            </a:lvl1pPr>
          </a:lstStyle>
          <a:p>
            <a:r>
              <a:rPr lang="vi-VN"/>
              <a:t>Bấm để sửa kiểu tiêu đề Bản cái</a:t>
            </a:r>
            <a:endParaRPr lang="vi-VN"/>
          </a:p>
        </p:txBody>
      </p:sp>
      <p:sp>
        <p:nvSpPr>
          <p:cNvPr id="3" name="Chỗ dành sẵn cho Nội dung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endParaRPr lang="vi-VN"/>
          </a:p>
          <a:p>
            <a:pPr lvl="1"/>
            <a:r>
              <a:rPr lang="vi-VN"/>
              <a:t>Mức hai</a:t>
            </a:r>
            <a:endParaRPr lang="vi-VN"/>
          </a:p>
          <a:p>
            <a:pPr lvl="2"/>
            <a:r>
              <a:rPr lang="vi-VN"/>
              <a:t>Mức ba</a:t>
            </a:r>
            <a:endParaRPr lang="vi-VN"/>
          </a:p>
          <a:p>
            <a:pPr lvl="3"/>
            <a:r>
              <a:rPr lang="vi-VN"/>
              <a:t>Mức bốn</a:t>
            </a:r>
            <a:endParaRPr lang="vi-VN"/>
          </a:p>
          <a:p>
            <a:pPr lvl="4"/>
            <a:r>
              <a:rPr lang="vi-VN"/>
              <a:t>Mức năm</a:t>
            </a:r>
            <a:endParaRPr lang="vi-VN"/>
          </a:p>
        </p:txBody>
      </p:sp>
      <p:sp>
        <p:nvSpPr>
          <p:cNvPr id="4" name="Chỗ dành sẵn cho Văn bản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endParaRPr lang="vi-VN"/>
          </a:p>
        </p:txBody>
      </p:sp>
      <p:sp>
        <p:nvSpPr>
          <p:cNvPr id="5" name="Chỗ dành sẵn cho Ngày tháng 4"/>
          <p:cNvSpPr>
            <a:spLocks noGrp="1"/>
          </p:cNvSpPr>
          <p:nvPr>
            <p:ph type="dt" sz="half" idx="10"/>
          </p:nvPr>
        </p:nvSpPr>
        <p:spPr/>
        <p:txBody>
          <a:bodyPr/>
          <a:lstStyle/>
          <a:p>
            <a:fld id="{D4905470-7D0F-4570-8086-3DA2AC7CD58A}" type="datetimeFigureOut">
              <a:rPr lang="vi-VN" smtClean="0"/>
            </a:fld>
            <a:endParaRPr lang="vi-VN"/>
          </a:p>
        </p:txBody>
      </p:sp>
      <p:sp>
        <p:nvSpPr>
          <p:cNvPr id="6" name="Chỗ dành sẵn cho Chân trang 5"/>
          <p:cNvSpPr>
            <a:spLocks noGrp="1"/>
          </p:cNvSpPr>
          <p:nvPr>
            <p:ph type="ftr" sz="quarter" idx="11"/>
          </p:nvPr>
        </p:nvSpPr>
        <p:spPr/>
        <p:txBody>
          <a:bodyPr/>
          <a:lstStyle/>
          <a:p>
            <a:endParaRPr lang="vi-VN"/>
          </a:p>
        </p:txBody>
      </p:sp>
      <p:sp>
        <p:nvSpPr>
          <p:cNvPr id="7" name="Chỗ dành sẵn cho Số hiệu Bản chiếu 6"/>
          <p:cNvSpPr>
            <a:spLocks noGrp="1"/>
          </p:cNvSpPr>
          <p:nvPr>
            <p:ph type="sldNum" sz="quarter" idx="12"/>
          </p:nvPr>
        </p:nvSpPr>
        <p:spPr/>
        <p:txBody>
          <a:bodyPr/>
          <a:lstStyle/>
          <a:p>
            <a:fld id="{A770E5AE-540E-4889-8D11-BAD157747170}" type="slidenum">
              <a:rPr lang="vi-VN" smtClean="0"/>
            </a:fld>
            <a:endParaRPr lang="vi-VN"/>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839788" y="457200"/>
            <a:ext cx="3932237" cy="1600200"/>
          </a:xfrm>
        </p:spPr>
        <p:txBody>
          <a:bodyPr anchor="b"/>
          <a:lstStyle>
            <a:lvl1pPr>
              <a:defRPr sz="3200"/>
            </a:lvl1pPr>
          </a:lstStyle>
          <a:p>
            <a:r>
              <a:rPr lang="vi-VN"/>
              <a:t>Bấm để sửa kiểu tiêu đề Bản cái</a:t>
            </a:r>
            <a:endParaRPr lang="vi-VN"/>
          </a:p>
        </p:txBody>
      </p:sp>
      <p:sp>
        <p:nvSpPr>
          <p:cNvPr id="3" name="Chỗ dành sẵn cho Hình ảnh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endParaRPr lang="vi-VN"/>
          </a:p>
        </p:txBody>
      </p:sp>
      <p:sp>
        <p:nvSpPr>
          <p:cNvPr id="5" name="Chỗ dành sẵn cho Ngày tháng 4"/>
          <p:cNvSpPr>
            <a:spLocks noGrp="1"/>
          </p:cNvSpPr>
          <p:nvPr>
            <p:ph type="dt" sz="half" idx="10"/>
          </p:nvPr>
        </p:nvSpPr>
        <p:spPr/>
        <p:txBody>
          <a:bodyPr/>
          <a:lstStyle/>
          <a:p>
            <a:fld id="{D4905470-7D0F-4570-8086-3DA2AC7CD58A}" type="datetimeFigureOut">
              <a:rPr lang="vi-VN" smtClean="0"/>
            </a:fld>
            <a:endParaRPr lang="vi-VN"/>
          </a:p>
        </p:txBody>
      </p:sp>
      <p:sp>
        <p:nvSpPr>
          <p:cNvPr id="6" name="Chỗ dành sẵn cho Chân trang 5"/>
          <p:cNvSpPr>
            <a:spLocks noGrp="1"/>
          </p:cNvSpPr>
          <p:nvPr>
            <p:ph type="ftr" sz="quarter" idx="11"/>
          </p:nvPr>
        </p:nvSpPr>
        <p:spPr/>
        <p:txBody>
          <a:bodyPr/>
          <a:lstStyle/>
          <a:p>
            <a:endParaRPr lang="vi-VN"/>
          </a:p>
        </p:txBody>
      </p:sp>
      <p:sp>
        <p:nvSpPr>
          <p:cNvPr id="7" name="Chỗ dành sẵn cho Số hiệu Bản chiếu 6"/>
          <p:cNvSpPr>
            <a:spLocks noGrp="1"/>
          </p:cNvSpPr>
          <p:nvPr>
            <p:ph type="sldNum" sz="quarter" idx="12"/>
          </p:nvPr>
        </p:nvSpPr>
        <p:spPr/>
        <p:txBody>
          <a:bodyPr/>
          <a:lstStyle/>
          <a:p>
            <a:fld id="{A770E5AE-540E-4889-8D11-BAD157747170}" type="slidenum">
              <a:rPr lang="vi-VN" smtClean="0"/>
            </a:fld>
            <a:endParaRPr lang="vi-VN"/>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p:cNvSpPr>
            <a:spLocks noGrp="1"/>
          </p:cNvSpPr>
          <p:nvPr>
            <p:ph type="title" hasCustomPrompt="1"/>
          </p:nvPr>
        </p:nvSpPr>
        <p:spPr/>
        <p:txBody>
          <a:bodyPr/>
          <a:lstStyle/>
          <a:p>
            <a:r>
              <a:rPr lang="vi-VN"/>
              <a:t>Bấm để sửa kiểu tiêu đề Bản cái</a:t>
            </a:r>
            <a:endParaRPr lang="vi-VN"/>
          </a:p>
        </p:txBody>
      </p:sp>
      <p:sp>
        <p:nvSpPr>
          <p:cNvPr id="3" name="Chỗ dành sẵn cho Văn bản Dọc 2"/>
          <p:cNvSpPr>
            <a:spLocks noGrp="1"/>
          </p:cNvSpPr>
          <p:nvPr>
            <p:ph type="body" orient="vert" idx="1" hasCustomPrompt="1"/>
          </p:nvPr>
        </p:nvSpPr>
        <p:spPr/>
        <p:txBody>
          <a:bodyPr vert="eaVert"/>
          <a:lstStyle/>
          <a:p>
            <a:pPr lvl="0"/>
            <a:r>
              <a:rPr lang="vi-VN"/>
              <a:t>Bấm để chỉnh sửa kiểu văn bản của Bản cái</a:t>
            </a:r>
            <a:endParaRPr lang="vi-VN"/>
          </a:p>
          <a:p>
            <a:pPr lvl="1"/>
            <a:r>
              <a:rPr lang="vi-VN"/>
              <a:t>Mức hai</a:t>
            </a:r>
            <a:endParaRPr lang="vi-VN"/>
          </a:p>
          <a:p>
            <a:pPr lvl="2"/>
            <a:r>
              <a:rPr lang="vi-VN"/>
              <a:t>Mức ba</a:t>
            </a:r>
            <a:endParaRPr lang="vi-VN"/>
          </a:p>
          <a:p>
            <a:pPr lvl="3"/>
            <a:r>
              <a:rPr lang="vi-VN"/>
              <a:t>Mức bốn</a:t>
            </a:r>
            <a:endParaRPr lang="vi-VN"/>
          </a:p>
          <a:p>
            <a:pPr lvl="4"/>
            <a:r>
              <a:rPr lang="vi-VN"/>
              <a:t>Mức năm</a:t>
            </a:r>
            <a:endParaRPr lang="vi-VN"/>
          </a:p>
        </p:txBody>
      </p:sp>
      <p:sp>
        <p:nvSpPr>
          <p:cNvPr id="4" name="Chỗ dành sẵn cho Ngày tháng 3"/>
          <p:cNvSpPr>
            <a:spLocks noGrp="1"/>
          </p:cNvSpPr>
          <p:nvPr>
            <p:ph type="dt" sz="half" idx="10"/>
          </p:nvPr>
        </p:nvSpPr>
        <p:spPr/>
        <p:txBody>
          <a:bodyPr/>
          <a:lstStyle/>
          <a:p>
            <a:fld id="{D4905470-7D0F-4570-8086-3DA2AC7CD58A}" type="datetimeFigureOut">
              <a:rPr lang="vi-VN" smtClean="0"/>
            </a:fld>
            <a:endParaRPr lang="vi-VN"/>
          </a:p>
        </p:txBody>
      </p:sp>
      <p:sp>
        <p:nvSpPr>
          <p:cNvPr id="5" name="Chỗ dành sẵn cho Chân trang 4"/>
          <p:cNvSpPr>
            <a:spLocks noGrp="1"/>
          </p:cNvSpPr>
          <p:nvPr>
            <p:ph type="ftr" sz="quarter" idx="11"/>
          </p:nvPr>
        </p:nvSpPr>
        <p:spPr/>
        <p:txBody>
          <a:bodyPr/>
          <a:lstStyle/>
          <a:p>
            <a:endParaRPr lang="vi-VN"/>
          </a:p>
        </p:txBody>
      </p:sp>
      <p:sp>
        <p:nvSpPr>
          <p:cNvPr id="6" name="Chỗ dành sẵn cho Số hiệu Bản chiếu 5"/>
          <p:cNvSpPr>
            <a:spLocks noGrp="1"/>
          </p:cNvSpPr>
          <p:nvPr>
            <p:ph type="sldNum" sz="quarter" idx="12"/>
          </p:nvPr>
        </p:nvSpPr>
        <p:spPr/>
        <p:txBody>
          <a:bodyPr/>
          <a:lstStyle/>
          <a:p>
            <a:fld id="{A770E5AE-540E-4889-8D11-BAD157747170}" type="slidenum">
              <a:rPr lang="vi-VN" smtClean="0"/>
            </a:fld>
            <a:endParaRPr lang="vi-V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p:cNvSpPr>
            <a:spLocks noGrp="1"/>
          </p:cNvSpPr>
          <p:nvPr>
            <p:ph type="title" orient="vert" hasCustomPrompt="1"/>
          </p:nvPr>
        </p:nvSpPr>
        <p:spPr>
          <a:xfrm>
            <a:off x="8724900" y="365125"/>
            <a:ext cx="2628900" cy="5811838"/>
          </a:xfrm>
        </p:spPr>
        <p:txBody>
          <a:bodyPr vert="eaVert"/>
          <a:lstStyle/>
          <a:p>
            <a:r>
              <a:rPr lang="vi-VN"/>
              <a:t>Bấm để sửa kiểu tiêu đề Bản cái</a:t>
            </a:r>
            <a:endParaRPr lang="vi-VN"/>
          </a:p>
        </p:txBody>
      </p:sp>
      <p:sp>
        <p:nvSpPr>
          <p:cNvPr id="3" name="Chỗ dành sẵn cho Văn bản Dọc 2"/>
          <p:cNvSpPr>
            <a:spLocks noGrp="1"/>
          </p:cNvSpPr>
          <p:nvPr>
            <p:ph type="body" orient="vert" idx="1" hasCustomPrompt="1"/>
          </p:nvPr>
        </p:nvSpPr>
        <p:spPr>
          <a:xfrm>
            <a:off x="838200" y="365125"/>
            <a:ext cx="7734300" cy="5811838"/>
          </a:xfrm>
        </p:spPr>
        <p:txBody>
          <a:bodyPr vert="eaVert"/>
          <a:lstStyle/>
          <a:p>
            <a:pPr lvl="0"/>
            <a:r>
              <a:rPr lang="vi-VN"/>
              <a:t>Bấm để chỉnh sửa kiểu văn bản của Bản cái</a:t>
            </a:r>
            <a:endParaRPr lang="vi-VN"/>
          </a:p>
          <a:p>
            <a:pPr lvl="1"/>
            <a:r>
              <a:rPr lang="vi-VN"/>
              <a:t>Mức hai</a:t>
            </a:r>
            <a:endParaRPr lang="vi-VN"/>
          </a:p>
          <a:p>
            <a:pPr lvl="2"/>
            <a:r>
              <a:rPr lang="vi-VN"/>
              <a:t>Mức ba</a:t>
            </a:r>
            <a:endParaRPr lang="vi-VN"/>
          </a:p>
          <a:p>
            <a:pPr lvl="3"/>
            <a:r>
              <a:rPr lang="vi-VN"/>
              <a:t>Mức bốn</a:t>
            </a:r>
            <a:endParaRPr lang="vi-VN"/>
          </a:p>
          <a:p>
            <a:pPr lvl="4"/>
            <a:r>
              <a:rPr lang="vi-VN"/>
              <a:t>Mức năm</a:t>
            </a:r>
            <a:endParaRPr lang="vi-VN"/>
          </a:p>
        </p:txBody>
      </p:sp>
      <p:sp>
        <p:nvSpPr>
          <p:cNvPr id="4" name="Chỗ dành sẵn cho Ngày tháng 3"/>
          <p:cNvSpPr>
            <a:spLocks noGrp="1"/>
          </p:cNvSpPr>
          <p:nvPr>
            <p:ph type="dt" sz="half" idx="10"/>
          </p:nvPr>
        </p:nvSpPr>
        <p:spPr/>
        <p:txBody>
          <a:bodyPr/>
          <a:lstStyle/>
          <a:p>
            <a:fld id="{D4905470-7D0F-4570-8086-3DA2AC7CD58A}" type="datetimeFigureOut">
              <a:rPr lang="vi-VN" smtClean="0"/>
            </a:fld>
            <a:endParaRPr lang="vi-VN"/>
          </a:p>
        </p:txBody>
      </p:sp>
      <p:sp>
        <p:nvSpPr>
          <p:cNvPr id="5" name="Chỗ dành sẵn cho Chân trang 4"/>
          <p:cNvSpPr>
            <a:spLocks noGrp="1"/>
          </p:cNvSpPr>
          <p:nvPr>
            <p:ph type="ftr" sz="quarter" idx="11"/>
          </p:nvPr>
        </p:nvSpPr>
        <p:spPr/>
        <p:txBody>
          <a:bodyPr/>
          <a:lstStyle/>
          <a:p>
            <a:endParaRPr lang="vi-VN"/>
          </a:p>
        </p:txBody>
      </p:sp>
      <p:sp>
        <p:nvSpPr>
          <p:cNvPr id="6" name="Chỗ dành sẵn cho Số hiệu Bản chiếu 5"/>
          <p:cNvSpPr>
            <a:spLocks noGrp="1"/>
          </p:cNvSpPr>
          <p:nvPr>
            <p:ph type="sldNum" sz="quarter" idx="12"/>
          </p:nvPr>
        </p:nvSpPr>
        <p:spPr/>
        <p:txBody>
          <a:bodyPr/>
          <a:lstStyle/>
          <a:p>
            <a:fld id="{A770E5AE-540E-4889-8D11-BAD157747170}" type="slidenum">
              <a:rPr lang="vi-VN" smtClean="0"/>
            </a:fld>
            <a:endParaRPr lang="vi-V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vi-VN"/>
          </a:p>
        </p:txBody>
      </p:sp>
      <p:sp>
        <p:nvSpPr>
          <p:cNvPr id="3" name="Chỗ dành sẵn cho Văn bản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endParaRPr lang="vi-VN"/>
          </a:p>
          <a:p>
            <a:pPr lvl="1"/>
            <a:r>
              <a:rPr lang="vi-VN"/>
              <a:t>Mức hai</a:t>
            </a:r>
            <a:endParaRPr lang="vi-VN"/>
          </a:p>
          <a:p>
            <a:pPr lvl="2"/>
            <a:r>
              <a:rPr lang="vi-VN"/>
              <a:t>Mức ba</a:t>
            </a:r>
            <a:endParaRPr lang="vi-VN"/>
          </a:p>
          <a:p>
            <a:pPr lvl="3"/>
            <a:r>
              <a:rPr lang="vi-VN"/>
              <a:t>Mức bốn</a:t>
            </a:r>
            <a:endParaRPr lang="vi-VN"/>
          </a:p>
          <a:p>
            <a:pPr lvl="4"/>
            <a:r>
              <a:rPr lang="vi-VN"/>
              <a:t>Mức năm</a:t>
            </a:r>
            <a:endParaRPr lang="vi-VN"/>
          </a:p>
        </p:txBody>
      </p:sp>
      <p:sp>
        <p:nvSpPr>
          <p:cNvPr id="4" name="Chỗ dành sẵn cho Ngày tháng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905470-7D0F-4570-8086-3DA2AC7CD58A}" type="datetimeFigureOut">
              <a:rPr lang="vi-VN" smtClean="0"/>
            </a:fld>
            <a:endParaRPr lang="vi-VN"/>
          </a:p>
        </p:txBody>
      </p:sp>
      <p:sp>
        <p:nvSpPr>
          <p:cNvPr id="5" name="Chỗ dành sẵn cho Chân trang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Chỗ dành sẵn cho Số hiệu Bản chiế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70E5AE-540E-4889-8D11-BAD157747170}" type="slidenum">
              <a:rPr lang="vi-VN" smtClean="0"/>
            </a:fld>
            <a:endParaRPr lang="vi-V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8.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3.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4.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endParaRPr lang="vi-VN" dirty="0">
              <a:solidFill>
                <a:schemeClr val="accent1">
                  <a:lumMod val="60000"/>
                  <a:lumOff val="40000"/>
                </a:schemeClr>
              </a:solidFill>
            </a:endParaRPr>
          </a:p>
        </p:txBody>
      </p:sp>
      <p:sp>
        <p:nvSpPr>
          <p:cNvPr id="3" name="Chỗ dành sẵn cho Nội dung 2"/>
          <p:cNvSpPr>
            <a:spLocks noGrp="1"/>
          </p:cNvSpPr>
          <p:nvPr>
            <p:ph idx="1"/>
          </p:nvPr>
        </p:nvSpPr>
        <p:spPr/>
        <p:txBody>
          <a:bodyPr/>
          <a:lstStyle/>
          <a:p>
            <a:pPr marL="0" indent="0">
              <a:buNone/>
            </a:pPr>
            <a:r>
              <a:rPr lang="vi-VN" dirty="0"/>
              <a:t>                                    </a:t>
            </a:r>
            <a:endParaRPr lang="vi-VN" sz="3600" dirty="0"/>
          </a:p>
          <a:p>
            <a:pPr marL="0" indent="0">
              <a:buNone/>
            </a:pPr>
            <a:endParaRPr lang="vi-VN" sz="3600" dirty="0"/>
          </a:p>
          <a:p>
            <a:pPr marL="0" indent="0">
              <a:buNone/>
            </a:pPr>
            <a:endParaRPr lang="vi-VN" sz="3600" dirty="0"/>
          </a:p>
          <a:p>
            <a:pPr marL="0" indent="0">
              <a:buNone/>
            </a:pPr>
            <a:endParaRPr lang="vi-VN" sz="3600" dirty="0"/>
          </a:p>
          <a:p>
            <a:pPr marL="0" indent="0">
              <a:buNone/>
            </a:pPr>
            <a:endParaRPr lang="vi-VN" sz="3600" dirty="0"/>
          </a:p>
          <a:p>
            <a:pPr marL="0" indent="0">
              <a:buNone/>
            </a:pPr>
            <a:endParaRPr lang="vi-VN" sz="3600" dirty="0"/>
          </a:p>
          <a:p>
            <a:pPr marL="0" indent="0">
              <a:buNone/>
            </a:pPr>
            <a:r>
              <a:rPr lang="vi-VN" sz="3600" dirty="0"/>
              <a:t>                                                                               </a:t>
            </a:r>
            <a:r>
              <a:rPr lang="vi-VN" sz="1600" dirty="0"/>
              <a:t>1</a:t>
            </a:r>
            <a:endParaRPr lang="vi-VN" dirty="0"/>
          </a:p>
        </p:txBody>
      </p:sp>
      <p:pic>
        <p:nvPicPr>
          <p:cNvPr id="9" name="Hình ảnh 8"/>
          <p:cNvPicPr>
            <a:picLocks noChangeAspect="1"/>
          </p:cNvPicPr>
          <p:nvPr/>
        </p:nvPicPr>
        <p:blipFill>
          <a:blip r:embed="rId1"/>
          <a:stretch>
            <a:fillRect/>
          </a:stretch>
        </p:blipFill>
        <p:spPr>
          <a:xfrm>
            <a:off x="-105410" y="0"/>
            <a:ext cx="12192000" cy="6858000"/>
          </a:xfrm>
          <a:prstGeom prst="rect">
            <a:avLst/>
          </a:prstGeom>
        </p:spPr>
      </p:pic>
      <p:sp>
        <p:nvSpPr>
          <p:cNvPr id="11" name="Hộp Văn bản 10"/>
          <p:cNvSpPr txBox="1"/>
          <p:nvPr/>
        </p:nvSpPr>
        <p:spPr>
          <a:xfrm>
            <a:off x="838200" y="1563329"/>
            <a:ext cx="11157155" cy="1445260"/>
          </a:xfrm>
          <a:prstGeom prst="rect">
            <a:avLst/>
          </a:prstGeom>
          <a:noFill/>
        </p:spPr>
        <p:txBody>
          <a:bodyPr wrap="square" rtlCol="0">
            <a:spAutoFit/>
          </a:bodyPr>
          <a:lstStyle/>
          <a:p>
            <a:r>
              <a:rPr lang="vi-VN" sz="4400" dirty="0">
                <a:solidFill>
                  <a:schemeClr val="accent2">
                    <a:lumMod val="75000"/>
                  </a:schemeClr>
                </a:solidFill>
              </a:rPr>
              <a:t>     BỐ CỤC MỘT BÀI THUYẾT TRÌNH</a:t>
            </a:r>
            <a:endParaRPr lang="vi-VN" sz="4400" dirty="0">
              <a:solidFill>
                <a:schemeClr val="accent2">
                  <a:lumMod val="75000"/>
                </a:schemeClr>
              </a:solidFill>
            </a:endParaRPr>
          </a:p>
          <a:p>
            <a:r>
              <a:rPr lang="vi-VN" sz="4400" dirty="0">
                <a:solidFill>
                  <a:schemeClr val="accent2">
                    <a:lumMod val="75000"/>
                  </a:schemeClr>
                </a:solidFill>
              </a:rPr>
              <a:t>                        NHÓM 5</a:t>
            </a:r>
            <a:endParaRPr lang="vi-VN" sz="4400" dirty="0">
              <a:solidFill>
                <a:schemeClr val="accent2">
                  <a:lumMod val="75000"/>
                </a:schemeClr>
              </a:solidFill>
            </a:endParaRPr>
          </a:p>
        </p:txBody>
      </p:sp>
      <p:sp>
        <p:nvSpPr>
          <p:cNvPr id="4" name="Text Box 3"/>
          <p:cNvSpPr txBox="1"/>
          <p:nvPr/>
        </p:nvSpPr>
        <p:spPr>
          <a:xfrm>
            <a:off x="6990715" y="5503545"/>
            <a:ext cx="4805680" cy="589280"/>
          </a:xfrm>
          <a:prstGeom prst="rect">
            <a:avLst/>
          </a:prstGeom>
          <a:noFill/>
        </p:spPr>
        <p:txBody>
          <a:bodyPr wrap="square" rtlCol="0">
            <a:noAutofit/>
          </a:bodyPr>
          <a:p>
            <a:r>
              <a:rPr lang="vi-VN" altLang="en-US" sz="2400" b="1">
                <a:latin typeface="Times New Roman" panose="02020603050405020304" charset="0"/>
                <a:cs typeface="Times New Roman" panose="02020603050405020304" charset="0"/>
              </a:rPr>
              <a:t>Trích từ Từ sách Khoa học VLOS</a:t>
            </a:r>
            <a:endParaRPr lang="vi-VN" altLang="en-US" sz="2400" b="1">
              <a:latin typeface="Times New Roman" panose="02020603050405020304" charset="0"/>
              <a:cs typeface="Times New Roman" panose="02020603050405020304" charset="0"/>
            </a:endParaRPr>
          </a:p>
        </p:txBody>
      </p:sp>
      <p:sp>
        <p:nvSpPr>
          <p:cNvPr id="5" name="Slide Number Placeholder 4"/>
          <p:cNvSpPr>
            <a:spLocks noGrp="1"/>
          </p:cNvSpPr>
          <p:nvPr>
            <p:ph type="sldNum" sz="quarter" idx="12"/>
          </p:nvPr>
        </p:nvSpPr>
        <p:spPr>
          <a:xfrm>
            <a:off x="8695055" y="6092825"/>
            <a:ext cx="2743200" cy="365125"/>
          </a:xfrm>
        </p:spPr>
        <p:txBody>
          <a:bodyPr/>
          <a:p>
            <a:fld id="{A770E5AE-540E-4889-8D11-BAD157747170}" type="slidenum">
              <a:rPr lang="vi-VN" smtClean="0"/>
            </a:fld>
            <a:endParaRPr lang="vi-VN"/>
          </a:p>
        </p:txBody>
      </p:sp>
      <p:sp>
        <p:nvSpPr>
          <p:cNvPr id="6" name="Text Box 5"/>
          <p:cNvSpPr txBox="1"/>
          <p:nvPr/>
        </p:nvSpPr>
        <p:spPr>
          <a:xfrm>
            <a:off x="4009390" y="3275330"/>
            <a:ext cx="3962400" cy="758190"/>
          </a:xfrm>
          <a:prstGeom prst="rect">
            <a:avLst/>
          </a:prstGeom>
          <a:noFill/>
        </p:spPr>
        <p:txBody>
          <a:bodyPr wrap="square" rtlCol="0">
            <a:noAutofit/>
          </a:bodyPr>
          <a:p>
            <a:r>
              <a:rPr lang="vi-VN" altLang="en-GB" sz="4400">
                <a:latin typeface="Times New Roman" panose="02020603050405020304" charset="0"/>
                <a:cs typeface="Times New Roman" panose="02020603050405020304" charset="0"/>
              </a:rPr>
              <a:t>ThS. Họ và Tên</a:t>
            </a:r>
            <a:r>
              <a:rPr lang="vi-VN" altLang="en-GB"/>
              <a:t> </a:t>
            </a:r>
            <a:endParaRPr lang="vi-VN" altLang="en-GB"/>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7000" b="-17000"/>
          </a:stretch>
        </a:blipFill>
        <a:effectLst/>
      </p:bgPr>
    </p:bg>
    <p:spTree>
      <p:nvGrpSpPr>
        <p:cNvPr id="1" name=""/>
        <p:cNvGrpSpPr/>
        <p:nvPr/>
      </p:nvGrpSpPr>
      <p:grpSpPr>
        <a:xfrm>
          <a:off x="0" y="0"/>
          <a:ext cx="0" cy="0"/>
          <a:chOff x="0" y="0"/>
          <a:chExt cx="0" cy="0"/>
        </a:xfrm>
      </p:grpSpPr>
      <p:sp>
        <p:nvSpPr>
          <p:cNvPr id="2" name="Tiêu đề 1"/>
          <p:cNvSpPr>
            <a:spLocks noGrp="1"/>
          </p:cNvSpPr>
          <p:nvPr>
            <p:ph type="title"/>
          </p:nvPr>
        </p:nvSpPr>
        <p:spPr>
          <a:xfrm>
            <a:off x="838200" y="500062"/>
            <a:ext cx="10515600" cy="1325563"/>
          </a:xfrm>
        </p:spPr>
        <p:txBody>
          <a:bodyPr/>
          <a:lstStyle/>
          <a:p>
            <a:r>
              <a:rPr lang="vi-VN" dirty="0">
                <a:solidFill>
                  <a:schemeClr val="accent2">
                    <a:lumMod val="60000"/>
                    <a:lumOff val="40000"/>
                  </a:schemeClr>
                </a:solidFill>
              </a:rPr>
              <a:t>Giới Thiệu</a:t>
            </a:r>
            <a:endParaRPr lang="vi-VN" dirty="0">
              <a:solidFill>
                <a:schemeClr val="accent2">
                  <a:lumMod val="60000"/>
                  <a:lumOff val="40000"/>
                </a:schemeClr>
              </a:solidFill>
            </a:endParaRPr>
          </a:p>
        </p:txBody>
      </p:sp>
      <p:sp>
        <p:nvSpPr>
          <p:cNvPr id="3" name="Chỗ dành sẵn cho Nội dung 2"/>
          <p:cNvSpPr>
            <a:spLocks noGrp="1"/>
          </p:cNvSpPr>
          <p:nvPr>
            <p:ph idx="1"/>
          </p:nvPr>
        </p:nvSpPr>
        <p:spPr/>
        <p:txBody>
          <a:bodyPr/>
          <a:lstStyle/>
          <a:p>
            <a:r>
              <a:rPr lang="vi-VN" dirty="0"/>
              <a:t>Phần mở đầu</a:t>
            </a:r>
            <a:endParaRPr lang="vi-VN" dirty="0"/>
          </a:p>
          <a:p>
            <a:pPr marL="0" indent="0">
              <a:buNone/>
            </a:pPr>
            <a:r>
              <a:rPr lang="vi-VN" dirty="0"/>
              <a:t>-Cần đạt được mục đích</a:t>
            </a:r>
            <a:endParaRPr lang="vi-VN" dirty="0"/>
          </a:p>
          <a:p>
            <a:r>
              <a:rPr lang="vi-VN" dirty="0"/>
              <a:t>Phần chính</a:t>
            </a:r>
            <a:endParaRPr lang="vi-VN" dirty="0"/>
          </a:p>
          <a:p>
            <a:pPr marL="0" indent="0">
              <a:buNone/>
            </a:pPr>
            <a:r>
              <a:rPr lang="vi-VN" dirty="0"/>
              <a:t>-Đưa ra giải </a:t>
            </a:r>
            <a:r>
              <a:rPr lang="vi-VN" dirty="0" err="1"/>
              <a:t>pháp,ý</a:t>
            </a:r>
            <a:r>
              <a:rPr lang="vi-VN" dirty="0"/>
              <a:t> kiến</a:t>
            </a:r>
            <a:endParaRPr lang="vi-VN" dirty="0"/>
          </a:p>
          <a:p>
            <a:r>
              <a:rPr lang="vi-VN" dirty="0"/>
              <a:t>Phần kết</a:t>
            </a:r>
            <a:endParaRPr lang="vi-VN" dirty="0"/>
          </a:p>
          <a:p>
            <a:pPr marL="0" indent="0">
              <a:buNone/>
            </a:pPr>
            <a:r>
              <a:rPr lang="vi-VN" dirty="0"/>
              <a:t>-Tóm tắt các nội dung đã được trình bày</a:t>
            </a:r>
            <a:endParaRPr lang="vi-VN" dirty="0"/>
          </a:p>
          <a:p>
            <a:endParaRPr lang="vi-VN" dirty="0"/>
          </a:p>
          <a:p>
            <a:pPr marL="0" indent="0">
              <a:buNone/>
            </a:pPr>
            <a:endParaRPr lang="vi-VN" dirty="0"/>
          </a:p>
          <a:p>
            <a:pPr marL="0" indent="0">
              <a:buNone/>
            </a:pPr>
            <a:endParaRPr lang="vi-VN" dirty="0"/>
          </a:p>
          <a:p>
            <a:pPr marL="0" indent="0">
              <a:buNone/>
            </a:pPr>
            <a:endParaRPr lang="vi-VN" dirty="0"/>
          </a:p>
        </p:txBody>
      </p:sp>
      <p:sp>
        <p:nvSpPr>
          <p:cNvPr id="4" name="Slide Number Placeholder 3"/>
          <p:cNvSpPr>
            <a:spLocks noGrp="1"/>
          </p:cNvSpPr>
          <p:nvPr>
            <p:ph type="sldNum" sz="quarter" idx="12"/>
          </p:nvPr>
        </p:nvSpPr>
        <p:spPr/>
        <p:txBody>
          <a:bodyPr/>
          <a:p>
            <a:fld id="{A770E5AE-540E-4889-8D11-BAD157747170}" type="slidenum">
              <a:rPr lang="vi-VN" smtClean="0"/>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heel(1)">
                                      <p:cBhvr>
                                        <p:cTn id="14" dur="20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wheel(1)">
                                      <p:cBhvr>
                                        <p:cTn id="19" dur="20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wheel(1)">
                                      <p:cBhvr>
                                        <p:cTn id="24" dur="20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wheel(1)">
                                      <p:cBhvr>
                                        <p:cTn id="29" dur="2000"/>
                                        <p:tgtEl>
                                          <p:spTgt spid="3">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1" presetClass="entr" presetSubtype="1" fill="hold" grpId="0"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wheel(1)">
                                      <p:cBhvr>
                                        <p:cTn id="34" dur="2000"/>
                                        <p:tgtEl>
                                          <p:spTgt spid="3">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1" presetClass="entr" presetSubtype="1" fill="hold" grpId="0"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wheel(1)">
                                      <p:cBhvr>
                                        <p:cTn id="39"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7000" b="-17000"/>
          </a:stretch>
        </a:blipFill>
        <a:effectLst/>
      </p:bgPr>
    </p:bg>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dirty="0">
                <a:solidFill>
                  <a:schemeClr val="accent2">
                    <a:lumMod val="60000"/>
                    <a:lumOff val="40000"/>
                  </a:schemeClr>
                </a:solidFill>
              </a:rPr>
              <a:t>Phần Mở Đầu</a:t>
            </a:r>
            <a:endParaRPr lang="vi-VN" dirty="0">
              <a:solidFill>
                <a:schemeClr val="accent2">
                  <a:lumMod val="60000"/>
                  <a:lumOff val="40000"/>
                </a:schemeClr>
              </a:solidFill>
            </a:endParaRPr>
          </a:p>
        </p:txBody>
      </p:sp>
      <p:sp>
        <p:nvSpPr>
          <p:cNvPr id="3" name="Chỗ dành sẵn cho Nội dung 2"/>
          <p:cNvSpPr>
            <a:spLocks noGrp="1"/>
          </p:cNvSpPr>
          <p:nvPr>
            <p:ph idx="1"/>
          </p:nvPr>
        </p:nvSpPr>
        <p:spPr/>
        <p:txBody>
          <a:bodyPr>
            <a:normAutofit/>
          </a:bodyPr>
          <a:lstStyle/>
          <a:p>
            <a:r>
              <a:rPr lang="vi-VN" dirty="0"/>
              <a:t>Thu hút sự chú ý người nghe</a:t>
            </a:r>
            <a:endParaRPr lang="vi-VN" dirty="0"/>
          </a:p>
          <a:p>
            <a:pPr marL="0" indent="0">
              <a:buNone/>
            </a:pPr>
            <a:r>
              <a:rPr lang="vi-VN" dirty="0">
                <a:hlinkClick r:id="rId2" action="ppaction://hlinksldjump"/>
              </a:rPr>
              <a:t>-Sử dụng một đoạn trích </a:t>
            </a:r>
            <a:r>
              <a:rPr lang="vi-VN" dirty="0">
                <a:hlinkClick r:id="rId2" action="ppaction://hlinksldjump"/>
              </a:rPr>
              <a:t>dẫn</a:t>
            </a:r>
            <a:endParaRPr lang="vi-VN" dirty="0"/>
          </a:p>
          <a:p>
            <a:pPr marL="0" indent="0">
              <a:buNone/>
            </a:pPr>
            <a:r>
              <a:rPr lang="vi-VN" dirty="0"/>
              <a:t>-Một câu hỏi</a:t>
            </a:r>
            <a:endParaRPr lang="vi-VN" dirty="0"/>
          </a:p>
          <a:p>
            <a:pPr marL="0" indent="0">
              <a:buNone/>
            </a:pPr>
            <a:r>
              <a:rPr lang="vi-VN" dirty="0"/>
              <a:t>-Một lời hứa</a:t>
            </a:r>
            <a:endParaRPr lang="vi-VN" dirty="0"/>
          </a:p>
          <a:p>
            <a:pPr marL="0" indent="0">
              <a:buNone/>
            </a:pPr>
            <a:r>
              <a:rPr lang="vi-VN" dirty="0"/>
              <a:t>-Thậm chí làm mọi người phải hoạt động</a:t>
            </a:r>
            <a:endParaRPr lang="vi-VN" dirty="0"/>
          </a:p>
          <a:p>
            <a:r>
              <a:rPr lang="vi-VN" dirty="0"/>
              <a:t>Tóm lược các nội dung liên quan</a:t>
            </a:r>
            <a:endParaRPr lang="vi-VN" dirty="0"/>
          </a:p>
          <a:p>
            <a:pPr marL="0" indent="0">
              <a:buNone/>
            </a:pPr>
            <a:r>
              <a:rPr lang="vi-VN" dirty="0"/>
              <a:t>-Đã được trình bày</a:t>
            </a:r>
            <a:endParaRPr lang="vi-VN" dirty="0"/>
          </a:p>
          <a:p>
            <a:pPr marL="0" indent="0">
              <a:buNone/>
            </a:pPr>
            <a:r>
              <a:rPr lang="vi-VN" dirty="0"/>
              <a:t>-Được đa số người nghe biết rõ</a:t>
            </a:r>
            <a:endParaRPr lang="vi-VN" dirty="0"/>
          </a:p>
        </p:txBody>
      </p:sp>
      <p:sp>
        <p:nvSpPr>
          <p:cNvPr id="4" name="Slide Number Placeholder 3"/>
          <p:cNvSpPr>
            <a:spLocks noGrp="1"/>
          </p:cNvSpPr>
          <p:nvPr>
            <p:ph type="sldNum" sz="quarter" idx="12"/>
          </p:nvPr>
        </p:nvSpPr>
        <p:spPr/>
        <p:txBody>
          <a:bodyPr/>
          <a:p>
            <a:fld id="{A770E5AE-540E-4889-8D11-BAD157747170}" type="slidenum">
              <a:rPr lang="vi-VN" smtClean="0"/>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p:cTn id="19"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p:cTn id="26"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7"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 calcmode="lin" valueType="num">
                                      <p:cBhvr>
                                        <p:cTn id="33"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5" dur="500"/>
                                        <p:tgtEl>
                                          <p:spTgt spid="3">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 calcmode="lin" valueType="num">
                                      <p:cBhvr>
                                        <p:cTn id="40"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1"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 calcmode="lin" valueType="num">
                                      <p:cBhvr>
                                        <p:cTn id="4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9" dur="500"/>
                                        <p:tgtEl>
                                          <p:spTgt spid="3">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anim calcmode="lin" valueType="num">
                                      <p:cBhvr>
                                        <p:cTn id="54"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5"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6" dur="500"/>
                                        <p:tgtEl>
                                          <p:spTgt spid="3">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3">
                                            <p:txEl>
                                              <p:pRg st="7" end="7"/>
                                            </p:txEl>
                                          </p:spTgt>
                                        </p:tgtEl>
                                        <p:attrNameLst>
                                          <p:attrName>style.visibility</p:attrName>
                                        </p:attrNameLst>
                                      </p:cBhvr>
                                      <p:to>
                                        <p:strVal val="visible"/>
                                      </p:to>
                                    </p:set>
                                    <p:anim calcmode="lin" valueType="num">
                                      <p:cBhvr>
                                        <p:cTn id="61"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62"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6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7000" b="-17000"/>
          </a:stretch>
        </a:blipFill>
        <a:effectLst/>
      </p:bgPr>
    </p:bg>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dirty="0">
                <a:solidFill>
                  <a:schemeClr val="accent2">
                    <a:lumMod val="60000"/>
                    <a:lumOff val="40000"/>
                  </a:schemeClr>
                </a:solidFill>
              </a:rPr>
              <a:t>Phần</a:t>
            </a:r>
            <a:r>
              <a:rPr lang="vi-VN" dirty="0"/>
              <a:t> </a:t>
            </a:r>
            <a:r>
              <a:rPr lang="vi-VN" dirty="0">
                <a:solidFill>
                  <a:schemeClr val="accent2">
                    <a:lumMod val="60000"/>
                    <a:lumOff val="40000"/>
                  </a:schemeClr>
                </a:solidFill>
              </a:rPr>
              <a:t>Chính</a:t>
            </a:r>
            <a:endParaRPr lang="vi-VN" dirty="0">
              <a:solidFill>
                <a:schemeClr val="accent2">
                  <a:lumMod val="60000"/>
                  <a:lumOff val="40000"/>
                </a:schemeClr>
              </a:solidFill>
            </a:endParaRPr>
          </a:p>
        </p:txBody>
      </p:sp>
      <p:sp>
        <p:nvSpPr>
          <p:cNvPr id="3" name="Chỗ dành sẵn cho Nội dung 2"/>
          <p:cNvSpPr>
            <a:spLocks noGrp="1"/>
          </p:cNvSpPr>
          <p:nvPr>
            <p:ph idx="1"/>
          </p:nvPr>
        </p:nvSpPr>
        <p:spPr/>
        <p:txBody>
          <a:bodyPr/>
          <a:lstStyle/>
          <a:p>
            <a:r>
              <a:rPr lang="vi-VN" dirty="0"/>
              <a:t>Phần chính với các nội dung</a:t>
            </a:r>
            <a:endParaRPr lang="vi-VN" dirty="0"/>
          </a:p>
          <a:p>
            <a:pPr>
              <a:buFontTx/>
              <a:buChar char="-"/>
            </a:pPr>
            <a:r>
              <a:rPr lang="vi-VN" dirty="0"/>
              <a:t>Vấn đề cần giải quyết, yêu cầu công việc</a:t>
            </a:r>
            <a:endParaRPr lang="vi-VN" dirty="0"/>
          </a:p>
          <a:p>
            <a:pPr>
              <a:buFontTx/>
              <a:buChar char="-"/>
            </a:pPr>
            <a:r>
              <a:rPr lang="vi-VN" dirty="0"/>
              <a:t>Ý tưởng và giải pháp</a:t>
            </a:r>
            <a:endParaRPr lang="vi-VN" dirty="0"/>
          </a:p>
          <a:p>
            <a:pPr>
              <a:buFontTx/>
              <a:buChar char="-"/>
            </a:pPr>
            <a:r>
              <a:rPr lang="vi-VN" dirty="0">
                <a:hlinkClick r:id="rId2" action="ppaction://hlinksldjump"/>
              </a:rPr>
              <a:t>Cung cấp ví dụ để chứng minh</a:t>
            </a:r>
            <a:endParaRPr lang="vi-VN" dirty="0"/>
          </a:p>
          <a:p>
            <a:pPr>
              <a:buFontTx/>
              <a:buChar char="-"/>
            </a:pPr>
            <a:r>
              <a:rPr lang="vi-VN" dirty="0"/>
              <a:t>Lợi ích khi áp dụng giải pháp</a:t>
            </a:r>
            <a:endParaRPr lang="vi-VN" dirty="0"/>
          </a:p>
          <a:p>
            <a:pPr>
              <a:buFontTx/>
              <a:buChar char="-"/>
            </a:pPr>
            <a:r>
              <a:rPr lang="vi-VN" dirty="0"/>
              <a:t>Chương trình hành động/các việc làm cụ thể</a:t>
            </a:r>
            <a:endParaRPr lang="vi-VN" dirty="0"/>
          </a:p>
        </p:txBody>
      </p:sp>
      <p:sp>
        <p:nvSpPr>
          <p:cNvPr id="4" name="Slide Number Placeholder 3"/>
          <p:cNvSpPr>
            <a:spLocks noGrp="1"/>
          </p:cNvSpPr>
          <p:nvPr>
            <p:ph type="sldNum" sz="quarter" idx="12"/>
          </p:nvPr>
        </p:nvSpPr>
        <p:spPr/>
        <p:txBody>
          <a:bodyPr/>
          <a:p>
            <a:fld id="{A770E5AE-540E-4889-8D11-BAD157747170}" type="slidenum">
              <a:rPr lang="vi-VN" smtClean="0"/>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down)">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down)">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down)">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wipe(down)">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wipe(down)">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wipe(down)">
                                      <p:cBhvr>
                                        <p:cTn id="3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7000" b="-17000"/>
          </a:stretch>
        </a:blipFill>
        <a:effectLst/>
      </p:bgPr>
    </p:bg>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dirty="0">
                <a:solidFill>
                  <a:schemeClr val="accent2">
                    <a:lumMod val="60000"/>
                    <a:lumOff val="40000"/>
                  </a:schemeClr>
                </a:solidFill>
              </a:rPr>
              <a:t>Phần</a:t>
            </a:r>
            <a:r>
              <a:rPr lang="vi-VN" dirty="0"/>
              <a:t> </a:t>
            </a:r>
            <a:r>
              <a:rPr lang="vi-VN" dirty="0">
                <a:solidFill>
                  <a:schemeClr val="accent2">
                    <a:lumMod val="60000"/>
                    <a:lumOff val="40000"/>
                  </a:schemeClr>
                </a:solidFill>
              </a:rPr>
              <a:t>Kết</a:t>
            </a:r>
            <a:endParaRPr lang="vi-VN" dirty="0">
              <a:solidFill>
                <a:schemeClr val="accent2">
                  <a:lumMod val="60000"/>
                  <a:lumOff val="40000"/>
                </a:schemeClr>
              </a:solidFill>
            </a:endParaRPr>
          </a:p>
        </p:txBody>
      </p:sp>
      <p:sp>
        <p:nvSpPr>
          <p:cNvPr id="3" name="Chỗ dành sẵn cho Nội dung 2"/>
          <p:cNvSpPr>
            <a:spLocks noGrp="1"/>
          </p:cNvSpPr>
          <p:nvPr>
            <p:ph idx="1"/>
          </p:nvPr>
        </p:nvSpPr>
        <p:spPr/>
        <p:txBody>
          <a:bodyPr/>
          <a:lstStyle/>
          <a:p>
            <a:r>
              <a:rPr lang="vi-VN" dirty="0"/>
              <a:t>Tóm tắt</a:t>
            </a:r>
            <a:endParaRPr lang="vi-VN" dirty="0"/>
          </a:p>
          <a:p>
            <a:r>
              <a:rPr lang="vi-VN" dirty="0"/>
              <a:t>Kết luận cuối cùng</a:t>
            </a:r>
            <a:endParaRPr lang="vi-VN" dirty="0"/>
          </a:p>
          <a:p>
            <a:pPr marL="0" indent="0">
              <a:buNone/>
            </a:pPr>
            <a:r>
              <a:rPr lang="vi-VN" dirty="0"/>
              <a:t>-Liệu còn điều gì bạn muốn người nghe ghi nhớ?</a:t>
            </a:r>
            <a:endParaRPr lang="vi-VN" dirty="0"/>
          </a:p>
        </p:txBody>
      </p:sp>
      <p:sp>
        <p:nvSpPr>
          <p:cNvPr id="4" name="Slide Number Placeholder 3"/>
          <p:cNvSpPr>
            <a:spLocks noGrp="1"/>
          </p:cNvSpPr>
          <p:nvPr>
            <p:ph type="sldNum" sz="quarter" idx="12"/>
          </p:nvPr>
        </p:nvSpPr>
        <p:spPr/>
        <p:txBody>
          <a:bodyPr/>
          <a:p>
            <a:fld id="{A770E5AE-540E-4889-8D11-BAD157747170}" type="slidenum">
              <a:rPr lang="vi-VN" smtClean="0"/>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down)">
                                      <p:cBhvr>
                                        <p:cTn id="13" dur="580">
                                          <p:stCondLst>
                                            <p:cond delay="0"/>
                                          </p:stCondLst>
                                        </p:cTn>
                                        <p:tgtEl>
                                          <p:spTgt spid="3">
                                            <p:txEl>
                                              <p:pRg st="0" end="0"/>
                                            </p:txEl>
                                          </p:spTgt>
                                        </p:tgtEl>
                                      </p:cBhvr>
                                    </p:animEffect>
                                    <p:anim calcmode="lin" valueType="num">
                                      <p:cBhvr>
                                        <p:cTn id="14"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0" end="0"/>
                                            </p:txEl>
                                          </p:spTgt>
                                        </p:tgtEl>
                                      </p:cBhvr>
                                      <p:to x="100000" y="60000"/>
                                    </p:animScale>
                                    <p:animScale>
                                      <p:cBhvr>
                                        <p:cTn id="20" dur="166" decel="50000">
                                          <p:stCondLst>
                                            <p:cond delay="676"/>
                                          </p:stCondLst>
                                        </p:cTn>
                                        <p:tgtEl>
                                          <p:spTgt spid="3">
                                            <p:txEl>
                                              <p:pRg st="0" end="0"/>
                                            </p:txEl>
                                          </p:spTgt>
                                        </p:tgtEl>
                                      </p:cBhvr>
                                      <p:to x="100000" y="100000"/>
                                    </p:animScale>
                                    <p:animScale>
                                      <p:cBhvr>
                                        <p:cTn id="21" dur="26">
                                          <p:stCondLst>
                                            <p:cond delay="1312"/>
                                          </p:stCondLst>
                                        </p:cTn>
                                        <p:tgtEl>
                                          <p:spTgt spid="3">
                                            <p:txEl>
                                              <p:pRg st="0" end="0"/>
                                            </p:txEl>
                                          </p:spTgt>
                                        </p:tgtEl>
                                      </p:cBhvr>
                                      <p:to x="100000" y="80000"/>
                                    </p:animScale>
                                    <p:animScale>
                                      <p:cBhvr>
                                        <p:cTn id="22" dur="166" decel="50000">
                                          <p:stCondLst>
                                            <p:cond delay="1338"/>
                                          </p:stCondLst>
                                        </p:cTn>
                                        <p:tgtEl>
                                          <p:spTgt spid="3">
                                            <p:txEl>
                                              <p:pRg st="0" end="0"/>
                                            </p:txEl>
                                          </p:spTgt>
                                        </p:tgtEl>
                                      </p:cBhvr>
                                      <p:to x="100000" y="100000"/>
                                    </p:animScale>
                                    <p:animScale>
                                      <p:cBhvr>
                                        <p:cTn id="23" dur="26">
                                          <p:stCondLst>
                                            <p:cond delay="1642"/>
                                          </p:stCondLst>
                                        </p:cTn>
                                        <p:tgtEl>
                                          <p:spTgt spid="3">
                                            <p:txEl>
                                              <p:pRg st="0" end="0"/>
                                            </p:txEl>
                                          </p:spTgt>
                                        </p:tgtEl>
                                      </p:cBhvr>
                                      <p:to x="100000" y="90000"/>
                                    </p:animScale>
                                    <p:animScale>
                                      <p:cBhvr>
                                        <p:cTn id="24" dur="166" decel="50000">
                                          <p:stCondLst>
                                            <p:cond delay="1668"/>
                                          </p:stCondLst>
                                        </p:cTn>
                                        <p:tgtEl>
                                          <p:spTgt spid="3">
                                            <p:txEl>
                                              <p:pRg st="0" end="0"/>
                                            </p:txEl>
                                          </p:spTgt>
                                        </p:tgtEl>
                                      </p:cBhvr>
                                      <p:to x="100000" y="100000"/>
                                    </p:animScale>
                                    <p:animScale>
                                      <p:cBhvr>
                                        <p:cTn id="25" dur="26">
                                          <p:stCondLst>
                                            <p:cond delay="1808"/>
                                          </p:stCondLst>
                                        </p:cTn>
                                        <p:tgtEl>
                                          <p:spTgt spid="3">
                                            <p:txEl>
                                              <p:pRg st="0" end="0"/>
                                            </p:txEl>
                                          </p:spTgt>
                                        </p:tgtEl>
                                      </p:cBhvr>
                                      <p:to x="100000" y="95000"/>
                                    </p:animScale>
                                    <p:animScale>
                                      <p:cBhvr>
                                        <p:cTn id="26" dur="166" decel="50000">
                                          <p:stCondLst>
                                            <p:cond delay="1834"/>
                                          </p:stCondLst>
                                        </p:cTn>
                                        <p:tgtEl>
                                          <p:spTgt spid="3">
                                            <p:txEl>
                                              <p:pRg st="0" end="0"/>
                                            </p:txEl>
                                          </p:spTgt>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26" presetClass="entr" presetSubtype="0"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Effect transition="in" filter="wipe(down)">
                                      <p:cBhvr>
                                        <p:cTn id="31" dur="580">
                                          <p:stCondLst>
                                            <p:cond delay="0"/>
                                          </p:stCondLst>
                                        </p:cTn>
                                        <p:tgtEl>
                                          <p:spTgt spid="3">
                                            <p:txEl>
                                              <p:pRg st="1" end="1"/>
                                            </p:txEl>
                                          </p:spTgt>
                                        </p:tgtEl>
                                      </p:cBhvr>
                                    </p:animEffect>
                                    <p:anim calcmode="lin" valueType="num">
                                      <p:cBhvr>
                                        <p:cTn id="32"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7" dur="26">
                                          <p:stCondLst>
                                            <p:cond delay="650"/>
                                          </p:stCondLst>
                                        </p:cTn>
                                        <p:tgtEl>
                                          <p:spTgt spid="3">
                                            <p:txEl>
                                              <p:pRg st="1" end="1"/>
                                            </p:txEl>
                                          </p:spTgt>
                                        </p:tgtEl>
                                      </p:cBhvr>
                                      <p:to x="100000" y="60000"/>
                                    </p:animScale>
                                    <p:animScale>
                                      <p:cBhvr>
                                        <p:cTn id="38" dur="166" decel="50000">
                                          <p:stCondLst>
                                            <p:cond delay="676"/>
                                          </p:stCondLst>
                                        </p:cTn>
                                        <p:tgtEl>
                                          <p:spTgt spid="3">
                                            <p:txEl>
                                              <p:pRg st="1" end="1"/>
                                            </p:txEl>
                                          </p:spTgt>
                                        </p:tgtEl>
                                      </p:cBhvr>
                                      <p:to x="100000" y="100000"/>
                                    </p:animScale>
                                    <p:animScale>
                                      <p:cBhvr>
                                        <p:cTn id="39" dur="26">
                                          <p:stCondLst>
                                            <p:cond delay="1312"/>
                                          </p:stCondLst>
                                        </p:cTn>
                                        <p:tgtEl>
                                          <p:spTgt spid="3">
                                            <p:txEl>
                                              <p:pRg st="1" end="1"/>
                                            </p:txEl>
                                          </p:spTgt>
                                        </p:tgtEl>
                                      </p:cBhvr>
                                      <p:to x="100000" y="80000"/>
                                    </p:animScale>
                                    <p:animScale>
                                      <p:cBhvr>
                                        <p:cTn id="40" dur="166" decel="50000">
                                          <p:stCondLst>
                                            <p:cond delay="1338"/>
                                          </p:stCondLst>
                                        </p:cTn>
                                        <p:tgtEl>
                                          <p:spTgt spid="3">
                                            <p:txEl>
                                              <p:pRg st="1" end="1"/>
                                            </p:txEl>
                                          </p:spTgt>
                                        </p:tgtEl>
                                      </p:cBhvr>
                                      <p:to x="100000" y="100000"/>
                                    </p:animScale>
                                    <p:animScale>
                                      <p:cBhvr>
                                        <p:cTn id="41" dur="26">
                                          <p:stCondLst>
                                            <p:cond delay="1642"/>
                                          </p:stCondLst>
                                        </p:cTn>
                                        <p:tgtEl>
                                          <p:spTgt spid="3">
                                            <p:txEl>
                                              <p:pRg st="1" end="1"/>
                                            </p:txEl>
                                          </p:spTgt>
                                        </p:tgtEl>
                                      </p:cBhvr>
                                      <p:to x="100000" y="90000"/>
                                    </p:animScale>
                                    <p:animScale>
                                      <p:cBhvr>
                                        <p:cTn id="42" dur="166" decel="50000">
                                          <p:stCondLst>
                                            <p:cond delay="1668"/>
                                          </p:stCondLst>
                                        </p:cTn>
                                        <p:tgtEl>
                                          <p:spTgt spid="3">
                                            <p:txEl>
                                              <p:pRg st="1" end="1"/>
                                            </p:txEl>
                                          </p:spTgt>
                                        </p:tgtEl>
                                      </p:cBhvr>
                                      <p:to x="100000" y="100000"/>
                                    </p:animScale>
                                    <p:animScale>
                                      <p:cBhvr>
                                        <p:cTn id="43" dur="26">
                                          <p:stCondLst>
                                            <p:cond delay="1808"/>
                                          </p:stCondLst>
                                        </p:cTn>
                                        <p:tgtEl>
                                          <p:spTgt spid="3">
                                            <p:txEl>
                                              <p:pRg st="1" end="1"/>
                                            </p:txEl>
                                          </p:spTgt>
                                        </p:tgtEl>
                                      </p:cBhvr>
                                      <p:to x="100000" y="95000"/>
                                    </p:animScale>
                                    <p:animScale>
                                      <p:cBhvr>
                                        <p:cTn id="44" dur="166" decel="50000">
                                          <p:stCondLst>
                                            <p:cond delay="1834"/>
                                          </p:stCondLst>
                                        </p:cTn>
                                        <p:tgtEl>
                                          <p:spTgt spid="3">
                                            <p:txEl>
                                              <p:pRg st="1" end="1"/>
                                            </p:txEl>
                                          </p:spTgt>
                                        </p:tgtEl>
                                      </p:cBhvr>
                                      <p:to x="100000" y="100000"/>
                                    </p:animScale>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grpId="0" nodeType="clickEffect">
                                  <p:stCondLst>
                                    <p:cond delay="0"/>
                                  </p:stCondLst>
                                  <p:childTnLst>
                                    <p:set>
                                      <p:cBhvr>
                                        <p:cTn id="48" dur="1" fill="hold">
                                          <p:stCondLst>
                                            <p:cond delay="0"/>
                                          </p:stCondLst>
                                        </p:cTn>
                                        <p:tgtEl>
                                          <p:spTgt spid="3">
                                            <p:txEl>
                                              <p:pRg st="2" end="2"/>
                                            </p:txEl>
                                          </p:spTgt>
                                        </p:tgtEl>
                                        <p:attrNameLst>
                                          <p:attrName>style.visibility</p:attrName>
                                        </p:attrNameLst>
                                      </p:cBhvr>
                                      <p:to>
                                        <p:strVal val="visible"/>
                                      </p:to>
                                    </p:set>
                                    <p:animEffect transition="in" filter="wipe(down)">
                                      <p:cBhvr>
                                        <p:cTn id="49" dur="580">
                                          <p:stCondLst>
                                            <p:cond delay="0"/>
                                          </p:stCondLst>
                                        </p:cTn>
                                        <p:tgtEl>
                                          <p:spTgt spid="3">
                                            <p:txEl>
                                              <p:pRg st="2" end="2"/>
                                            </p:txEl>
                                          </p:spTgt>
                                        </p:tgtEl>
                                      </p:cBhvr>
                                    </p:animEffect>
                                    <p:anim calcmode="lin" valueType="num">
                                      <p:cBhvr>
                                        <p:cTn id="5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5" dur="26">
                                          <p:stCondLst>
                                            <p:cond delay="650"/>
                                          </p:stCondLst>
                                        </p:cTn>
                                        <p:tgtEl>
                                          <p:spTgt spid="3">
                                            <p:txEl>
                                              <p:pRg st="2" end="2"/>
                                            </p:txEl>
                                          </p:spTgt>
                                        </p:tgtEl>
                                      </p:cBhvr>
                                      <p:to x="100000" y="60000"/>
                                    </p:animScale>
                                    <p:animScale>
                                      <p:cBhvr>
                                        <p:cTn id="56" dur="166" decel="50000">
                                          <p:stCondLst>
                                            <p:cond delay="676"/>
                                          </p:stCondLst>
                                        </p:cTn>
                                        <p:tgtEl>
                                          <p:spTgt spid="3">
                                            <p:txEl>
                                              <p:pRg st="2" end="2"/>
                                            </p:txEl>
                                          </p:spTgt>
                                        </p:tgtEl>
                                      </p:cBhvr>
                                      <p:to x="100000" y="100000"/>
                                    </p:animScale>
                                    <p:animScale>
                                      <p:cBhvr>
                                        <p:cTn id="57" dur="26">
                                          <p:stCondLst>
                                            <p:cond delay="1312"/>
                                          </p:stCondLst>
                                        </p:cTn>
                                        <p:tgtEl>
                                          <p:spTgt spid="3">
                                            <p:txEl>
                                              <p:pRg st="2" end="2"/>
                                            </p:txEl>
                                          </p:spTgt>
                                        </p:tgtEl>
                                      </p:cBhvr>
                                      <p:to x="100000" y="80000"/>
                                    </p:animScale>
                                    <p:animScale>
                                      <p:cBhvr>
                                        <p:cTn id="58" dur="166" decel="50000">
                                          <p:stCondLst>
                                            <p:cond delay="1338"/>
                                          </p:stCondLst>
                                        </p:cTn>
                                        <p:tgtEl>
                                          <p:spTgt spid="3">
                                            <p:txEl>
                                              <p:pRg st="2" end="2"/>
                                            </p:txEl>
                                          </p:spTgt>
                                        </p:tgtEl>
                                      </p:cBhvr>
                                      <p:to x="100000" y="100000"/>
                                    </p:animScale>
                                    <p:animScale>
                                      <p:cBhvr>
                                        <p:cTn id="59" dur="26">
                                          <p:stCondLst>
                                            <p:cond delay="1642"/>
                                          </p:stCondLst>
                                        </p:cTn>
                                        <p:tgtEl>
                                          <p:spTgt spid="3">
                                            <p:txEl>
                                              <p:pRg st="2" end="2"/>
                                            </p:txEl>
                                          </p:spTgt>
                                        </p:tgtEl>
                                      </p:cBhvr>
                                      <p:to x="100000" y="90000"/>
                                    </p:animScale>
                                    <p:animScale>
                                      <p:cBhvr>
                                        <p:cTn id="60" dur="166" decel="50000">
                                          <p:stCondLst>
                                            <p:cond delay="1668"/>
                                          </p:stCondLst>
                                        </p:cTn>
                                        <p:tgtEl>
                                          <p:spTgt spid="3">
                                            <p:txEl>
                                              <p:pRg st="2" end="2"/>
                                            </p:txEl>
                                          </p:spTgt>
                                        </p:tgtEl>
                                      </p:cBhvr>
                                      <p:to x="100000" y="100000"/>
                                    </p:animScale>
                                    <p:animScale>
                                      <p:cBhvr>
                                        <p:cTn id="61" dur="26">
                                          <p:stCondLst>
                                            <p:cond delay="1808"/>
                                          </p:stCondLst>
                                        </p:cTn>
                                        <p:tgtEl>
                                          <p:spTgt spid="3">
                                            <p:txEl>
                                              <p:pRg st="2" end="2"/>
                                            </p:txEl>
                                          </p:spTgt>
                                        </p:tgtEl>
                                      </p:cBhvr>
                                      <p:to x="100000" y="95000"/>
                                    </p:animScale>
                                    <p:animScale>
                                      <p:cBhvr>
                                        <p:cTn id="62"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dirty="0">
                <a:solidFill>
                  <a:srgbClr val="FFC000"/>
                </a:solidFill>
              </a:rPr>
              <a:t>     </a:t>
            </a:r>
            <a:endParaRPr lang="vi-VN" dirty="0">
              <a:solidFill>
                <a:srgbClr val="FFC000"/>
              </a:solidFill>
            </a:endParaRPr>
          </a:p>
        </p:txBody>
      </p:sp>
      <p:sp>
        <p:nvSpPr>
          <p:cNvPr id="3" name="Chỗ dành sẵn cho Nội dung 2"/>
          <p:cNvSpPr>
            <a:spLocks noGrp="1"/>
          </p:cNvSpPr>
          <p:nvPr>
            <p:ph idx="1"/>
          </p:nvPr>
        </p:nvSpPr>
        <p:spPr>
          <a:xfrm>
            <a:off x="838200" y="1491328"/>
            <a:ext cx="10515600" cy="4351338"/>
          </a:xfrm>
          <a:blipFill>
            <a:blip r:embed="rId1"/>
            <a:stretch>
              <a:fillRect/>
            </a:stretch>
          </a:blipFill>
        </p:spPr>
        <p:txBody>
          <a:bodyPr>
            <a:normAutofit/>
          </a:bodyPr>
          <a:lstStyle/>
          <a:p>
            <a:pPr marL="0" indent="0">
              <a:buNone/>
            </a:pPr>
            <a:endParaRPr lang="vi-VN" sz="4400" dirty="0">
              <a:solidFill>
                <a:srgbClr val="FFC000"/>
              </a:solidFill>
            </a:endParaRPr>
          </a:p>
          <a:p>
            <a:pPr marL="0" indent="0">
              <a:buNone/>
            </a:pPr>
            <a:endParaRPr lang="vi-VN" sz="4400" dirty="0">
              <a:solidFill>
                <a:srgbClr val="FFC000"/>
              </a:solidFill>
            </a:endParaRPr>
          </a:p>
          <a:p>
            <a:pPr marL="0" indent="0">
              <a:buNone/>
            </a:pPr>
            <a:r>
              <a:rPr lang="vi-VN" sz="4400" dirty="0">
                <a:solidFill>
                  <a:srgbClr val="FFC000"/>
                </a:solidFill>
              </a:rPr>
              <a:t>          Cảm ơn sự chú ý của quý vị</a:t>
            </a:r>
            <a:endParaRPr lang="vi-VN" sz="4400" dirty="0">
              <a:solidFill>
                <a:srgbClr val="FFC000"/>
              </a:solidFill>
            </a:endParaRPr>
          </a:p>
        </p:txBody>
      </p:sp>
      <p:sp>
        <p:nvSpPr>
          <p:cNvPr id="4" name="Slide Number Placeholder 3"/>
          <p:cNvSpPr>
            <a:spLocks noGrp="1"/>
          </p:cNvSpPr>
          <p:nvPr>
            <p:ph type="sldNum" sz="quarter" idx="12"/>
          </p:nvPr>
        </p:nvSpPr>
        <p:spPr/>
        <p:txBody>
          <a:bodyPr/>
          <a:p>
            <a:fld id="{A770E5AE-540E-4889-8D11-BAD157747170}" type="slidenum">
              <a:rPr lang="vi-VN" smtClean="0"/>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7000" b="-17000"/>
          </a:stretch>
        </a:blipFill>
        <a:effectLst/>
      </p:bgPr>
    </p:bg>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dirty="0"/>
              <a:t>Nội dung cho đoạn trích dẫn</a:t>
            </a:r>
            <a:endParaRPr lang="vi-VN" dirty="0"/>
          </a:p>
        </p:txBody>
      </p:sp>
      <p:sp>
        <p:nvSpPr>
          <p:cNvPr id="3" name="Chỗ dành sẵn cho Nội dung 2"/>
          <p:cNvSpPr>
            <a:spLocks noGrp="1"/>
          </p:cNvSpPr>
          <p:nvPr>
            <p:ph idx="1"/>
          </p:nvPr>
        </p:nvSpPr>
        <p:spPr/>
        <p:txBody>
          <a:bodyPr/>
          <a:lstStyle/>
          <a:p>
            <a:pPr marL="0" indent="0">
              <a:buNone/>
            </a:pPr>
            <a:r>
              <a:rPr lang="vi-VN" dirty="0"/>
              <a:t>• Ví dụ: Ta có thể phát biểu trích dẫn lợi ích khi học ngành công nghệ thông tin</a:t>
            </a:r>
            <a:endParaRPr lang="vi-VN" dirty="0"/>
          </a:p>
          <a:p>
            <a:pPr marL="0" indent="0">
              <a:buNone/>
            </a:pPr>
            <a:r>
              <a:rPr lang="vi-VN" dirty="0"/>
              <a:t>"Hàng năm, công nghệ mới luôn được phát triển và thề hiện tầm quan trọng của nó đổi với cuộc sống. Các doanh nghiệp cũng thay đôi theo hướng cập nhật công nghệ thông tin và yêu cầu sự thay đồi về nhân sự giỏi công nghệ. Ngành học CNTT được coi là lĩnh vực ngày một phát </a:t>
            </a:r>
            <a:r>
              <a:rPr lang="vi-VN" dirty="0" err="1"/>
              <a:t>triên</a:t>
            </a:r>
            <a:r>
              <a:rPr lang="vi-VN" dirty="0"/>
              <a:t> và trở nên hữu ích cho các bạn muốn xây dựng sự nghiệp với ngành này. Vậy những lợi ích khi học ngành CNTT là gì?"</a:t>
            </a:r>
            <a:endParaRPr lang="vi-VN" dirty="0"/>
          </a:p>
        </p:txBody>
      </p:sp>
      <p:sp>
        <p:nvSpPr>
          <p:cNvPr id="7" name="Mũi tên: Cong Trái 6">
            <a:hlinkClick r:id="rId2" action="ppaction://hlinksldjump"/>
          </p:cNvPr>
          <p:cNvSpPr/>
          <p:nvPr/>
        </p:nvSpPr>
        <p:spPr>
          <a:xfrm>
            <a:off x="8691717" y="681037"/>
            <a:ext cx="996991" cy="1098165"/>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solidFill>
                <a:schemeClr val="tx1"/>
              </a:solidFill>
            </a:endParaRPr>
          </a:p>
        </p:txBody>
      </p:sp>
      <p:sp>
        <p:nvSpPr>
          <p:cNvPr id="4" name="Slide Number Placeholder 3"/>
          <p:cNvSpPr>
            <a:spLocks noGrp="1"/>
          </p:cNvSpPr>
          <p:nvPr>
            <p:ph type="sldNum" sz="quarter" idx="12"/>
          </p:nvPr>
        </p:nvSpPr>
        <p:spPr/>
        <p:txBody>
          <a:bodyPr/>
          <a:p>
            <a:fld id="{A770E5AE-540E-4889-8D11-BAD157747170}" type="slidenum">
              <a:rPr lang="vi-VN" smtClean="0"/>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7000" b="-17000"/>
          </a:stretch>
        </a:blipFill>
        <a:effectLst/>
      </p:bgPr>
    </p:bg>
    <p:spTree>
      <p:nvGrpSpPr>
        <p:cNvPr id="1" name=""/>
        <p:cNvGrpSpPr/>
        <p:nvPr/>
      </p:nvGrpSpPr>
      <p:grpSpPr>
        <a:xfrm>
          <a:off x="0" y="0"/>
          <a:ext cx="0" cy="0"/>
          <a:chOff x="0" y="0"/>
          <a:chExt cx="0" cy="0"/>
        </a:xfrm>
      </p:grpSpPr>
      <p:sp>
        <p:nvSpPr>
          <p:cNvPr id="2" name="Tiêu đề 1"/>
          <p:cNvSpPr>
            <a:spLocks noGrp="1"/>
          </p:cNvSpPr>
          <p:nvPr>
            <p:ph type="title"/>
          </p:nvPr>
        </p:nvSpPr>
        <p:spPr>
          <a:xfrm>
            <a:off x="1103671" y="500062"/>
            <a:ext cx="10515600" cy="1560418"/>
          </a:xfrm>
        </p:spPr>
        <p:txBody>
          <a:bodyPr/>
          <a:lstStyle/>
          <a:p>
            <a:r>
              <a:rPr lang="vi-VN" dirty="0">
                <a:solidFill>
                  <a:srgbClr val="FFC000"/>
                </a:solidFill>
              </a:rPr>
              <a:t>Nội</a:t>
            </a:r>
            <a:r>
              <a:rPr lang="vi-VN" dirty="0"/>
              <a:t> </a:t>
            </a:r>
            <a:r>
              <a:rPr lang="vi-VN" dirty="0">
                <a:solidFill>
                  <a:srgbClr val="FFC000"/>
                </a:solidFill>
              </a:rPr>
              <a:t>dung</a:t>
            </a:r>
            <a:r>
              <a:rPr lang="vi-VN" dirty="0"/>
              <a:t> </a:t>
            </a:r>
            <a:r>
              <a:rPr lang="vi-VN" dirty="0">
                <a:solidFill>
                  <a:srgbClr val="FFC000"/>
                </a:solidFill>
              </a:rPr>
              <a:t>cho</a:t>
            </a:r>
            <a:r>
              <a:rPr lang="vi-VN" dirty="0"/>
              <a:t> </a:t>
            </a:r>
            <a:r>
              <a:rPr lang="vi-VN" dirty="0">
                <a:solidFill>
                  <a:srgbClr val="FFC000"/>
                </a:solidFill>
              </a:rPr>
              <a:t>ví</a:t>
            </a:r>
            <a:r>
              <a:rPr lang="vi-VN" dirty="0"/>
              <a:t> </a:t>
            </a:r>
            <a:r>
              <a:rPr lang="vi-VN" dirty="0">
                <a:solidFill>
                  <a:srgbClr val="FFC000"/>
                </a:solidFill>
              </a:rPr>
              <a:t>dụ</a:t>
            </a:r>
            <a:r>
              <a:rPr lang="vi-VN" dirty="0"/>
              <a:t> </a:t>
            </a:r>
            <a:r>
              <a:rPr lang="vi-VN" dirty="0">
                <a:solidFill>
                  <a:srgbClr val="FFC000"/>
                </a:solidFill>
              </a:rPr>
              <a:t>minh</a:t>
            </a:r>
            <a:r>
              <a:rPr lang="vi-VN" dirty="0"/>
              <a:t> </a:t>
            </a:r>
            <a:r>
              <a:rPr lang="vi-VN" dirty="0">
                <a:solidFill>
                  <a:srgbClr val="FFC000"/>
                </a:solidFill>
              </a:rPr>
              <a:t>chứng</a:t>
            </a:r>
            <a:br>
              <a:rPr lang="vi-VN" dirty="0"/>
            </a:br>
            <a:r>
              <a:rPr lang="vi-VN" dirty="0"/>
              <a:t>-&gt; Bảng thống kê kết quả tuyển sinh 2020</a:t>
            </a:r>
            <a:endParaRPr lang="vi-VN" dirty="0"/>
          </a:p>
        </p:txBody>
      </p:sp>
      <p:graphicFrame>
        <p:nvGraphicFramePr>
          <p:cNvPr id="6" name="Chỗ dành sẵn cho Nội dung 5"/>
          <p:cNvGraphicFramePr>
            <a:graphicFrameLocks noGrp="1"/>
          </p:cNvGraphicFramePr>
          <p:nvPr>
            <p:ph idx="1"/>
          </p:nvPr>
        </p:nvGraphicFramePr>
        <p:xfrm>
          <a:off x="838200" y="2445058"/>
          <a:ext cx="10515600" cy="2225040"/>
        </p:xfrm>
        <a:graphic>
          <a:graphicData uri="http://schemas.openxmlformats.org/drawingml/2006/table">
            <a:tbl>
              <a:tblPr firstRow="1" bandRow="1">
                <a:tableStyleId>{5C22544A-7EE6-4342-B048-85BDC9FD1C3A}</a:tableStyleId>
              </a:tblPr>
              <a:tblGrid>
                <a:gridCol w="5257800"/>
                <a:gridCol w="5257800"/>
              </a:tblGrid>
              <a:tr h="370840">
                <a:tc>
                  <a:txBody>
                    <a:bodyPr/>
                    <a:lstStyle/>
                    <a:p>
                      <a:r>
                        <a:rPr lang="vi-VN" dirty="0"/>
                        <a:t>Tên </a:t>
                      </a:r>
                      <a:r>
                        <a:rPr lang="vi-VN" dirty="0" err="1"/>
                        <a:t>nghành</a:t>
                      </a:r>
                      <a:r>
                        <a:rPr lang="vi-VN" dirty="0"/>
                        <a:t>/chuyên </a:t>
                      </a:r>
                      <a:r>
                        <a:rPr lang="vi-VN" dirty="0" err="1"/>
                        <a:t>nghành</a:t>
                      </a:r>
                      <a:endParaRPr lang="vi-VN" dirty="0"/>
                    </a:p>
                  </a:txBody>
                  <a:tcPr/>
                </a:tc>
                <a:tc>
                  <a:txBody>
                    <a:bodyPr/>
                    <a:lstStyle/>
                    <a:p>
                      <a:r>
                        <a:rPr lang="vi-VN" dirty="0"/>
                        <a:t>                       Số lượng tuyển sinh</a:t>
                      </a:r>
                      <a:endParaRPr lang="vi-VN" dirty="0"/>
                    </a:p>
                  </a:txBody>
                  <a:tcPr/>
                </a:tc>
              </a:tr>
              <a:tr h="370840">
                <a:tc>
                  <a:txBody>
                    <a:bodyPr/>
                    <a:lstStyle/>
                    <a:p>
                      <a:r>
                        <a:rPr lang="vi-VN" dirty="0"/>
                        <a:t>Công nghệ thông tin</a:t>
                      </a:r>
                      <a:endParaRPr lang="vi-VN" dirty="0"/>
                    </a:p>
                  </a:txBody>
                  <a:tcPr/>
                </a:tc>
                <a:tc>
                  <a:txBody>
                    <a:bodyPr/>
                    <a:lstStyle/>
                    <a:p>
                      <a:r>
                        <a:rPr lang="vi-VN" dirty="0"/>
                        <a:t>                                                                         272</a:t>
                      </a:r>
                      <a:endParaRPr lang="vi-VN" dirty="0"/>
                    </a:p>
                  </a:txBody>
                  <a:tcPr/>
                </a:tc>
              </a:tr>
              <a:tr h="370840">
                <a:tc>
                  <a:txBody>
                    <a:bodyPr/>
                    <a:lstStyle/>
                    <a:p>
                      <a:r>
                        <a:rPr lang="vi-VN" dirty="0"/>
                        <a:t>Mạng máy tính và truyền thông dữ liệu</a:t>
                      </a:r>
                      <a:endParaRPr lang="vi-VN" dirty="0"/>
                    </a:p>
                  </a:txBody>
                  <a:tcPr/>
                </a:tc>
                <a:tc>
                  <a:txBody>
                    <a:bodyPr/>
                    <a:lstStyle/>
                    <a:p>
                      <a:r>
                        <a:rPr lang="vi-VN" dirty="0"/>
                        <a:t>                                                                         149</a:t>
                      </a:r>
                      <a:endParaRPr lang="vi-VN" dirty="0"/>
                    </a:p>
                  </a:txBody>
                  <a:tcPr/>
                </a:tc>
              </a:tr>
              <a:tr h="370840">
                <a:tc>
                  <a:txBody>
                    <a:bodyPr/>
                    <a:lstStyle/>
                    <a:p>
                      <a:r>
                        <a:rPr lang="vi-VN" dirty="0"/>
                        <a:t>Kỹ thuật phần mềm</a:t>
                      </a:r>
                      <a:endParaRPr lang="vi-VN" dirty="0"/>
                    </a:p>
                  </a:txBody>
                  <a:tcPr/>
                </a:tc>
                <a:tc>
                  <a:txBody>
                    <a:bodyPr/>
                    <a:lstStyle/>
                    <a:p>
                      <a:r>
                        <a:rPr lang="vi-VN" dirty="0"/>
                        <a:t>                                                                         266</a:t>
                      </a:r>
                      <a:endParaRPr lang="vi-VN" dirty="0"/>
                    </a:p>
                  </a:txBody>
                  <a:tcPr/>
                </a:tc>
              </a:tr>
              <a:tr h="370840">
                <a:tc>
                  <a:txBody>
                    <a:bodyPr/>
                    <a:lstStyle/>
                    <a:p>
                      <a:r>
                        <a:rPr lang="vi-VN" dirty="0"/>
                        <a:t>Hệ thống thông tin</a:t>
                      </a:r>
                      <a:endParaRPr lang="vi-VN" dirty="0"/>
                    </a:p>
                  </a:txBody>
                  <a:tcPr/>
                </a:tc>
                <a:tc>
                  <a:txBody>
                    <a:bodyPr/>
                    <a:lstStyle/>
                    <a:p>
                      <a:r>
                        <a:rPr lang="vi-VN" dirty="0"/>
                        <a:t>                                                                         135</a:t>
                      </a:r>
                      <a:endParaRPr lang="vi-VN" dirty="0"/>
                    </a:p>
                  </a:txBody>
                  <a:tcPr/>
                </a:tc>
              </a:tr>
              <a:tr h="370840">
                <a:tc>
                  <a:txBody>
                    <a:bodyPr/>
                    <a:lstStyle/>
                    <a:p>
                      <a:r>
                        <a:rPr lang="vi-VN" dirty="0"/>
                        <a:t>Khoa học máy tính</a:t>
                      </a:r>
                      <a:endParaRPr lang="vi-VN" dirty="0"/>
                    </a:p>
                  </a:txBody>
                  <a:tcPr/>
                </a:tc>
                <a:tc>
                  <a:txBody>
                    <a:bodyPr/>
                    <a:lstStyle/>
                    <a:p>
                      <a:r>
                        <a:rPr lang="vi-VN" dirty="0"/>
                        <a:t>                                                                         178</a:t>
                      </a:r>
                      <a:endParaRPr lang="vi-VN" dirty="0"/>
                    </a:p>
                  </a:txBody>
                  <a:tcPr/>
                </a:tc>
              </a:tr>
            </a:tbl>
          </a:graphicData>
        </a:graphic>
      </p:graphicFrame>
      <p:sp>
        <p:nvSpPr>
          <p:cNvPr id="4" name="Mũi tên: Cong Trái 3">
            <a:hlinkClick r:id="rId2" action="ppaction://hlinksldjump"/>
          </p:cNvPr>
          <p:cNvSpPr/>
          <p:nvPr/>
        </p:nvSpPr>
        <p:spPr>
          <a:xfrm>
            <a:off x="8367252" y="423427"/>
            <a:ext cx="786581" cy="894736"/>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solidFill>
                <a:schemeClr val="tx1"/>
              </a:solidFill>
            </a:endParaRPr>
          </a:p>
        </p:txBody>
      </p:sp>
      <p:sp>
        <p:nvSpPr>
          <p:cNvPr id="3" name="Slide Number Placeholder 2"/>
          <p:cNvSpPr>
            <a:spLocks noGrp="1"/>
          </p:cNvSpPr>
          <p:nvPr>
            <p:ph type="sldNum" sz="quarter" idx="12"/>
          </p:nvPr>
        </p:nvSpPr>
        <p:spPr/>
        <p:txBody>
          <a:bodyPr/>
          <a:p>
            <a:fld id="{A770E5AE-540E-4889-8D11-BAD157747170}" type="slidenum">
              <a:rPr lang="vi-VN" smtClean="0"/>
            </a:fld>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1999</Words>
  <Application>WPS Presentation</Application>
  <PresentationFormat>Màn hình rộng</PresentationFormat>
  <Paragraphs>106</Paragraphs>
  <Slides>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vt:i4>
      </vt:variant>
    </vt:vector>
  </HeadingPairs>
  <TitlesOfParts>
    <vt:vector size="21" baseType="lpstr">
      <vt:lpstr>Arial</vt:lpstr>
      <vt:lpstr>SimSun</vt:lpstr>
      <vt:lpstr>Wingdings</vt:lpstr>
      <vt:lpstr>Times New Roman</vt:lpstr>
      <vt:lpstr>Microsoft YaHei</vt:lpstr>
      <vt:lpstr>Arial Unicode MS</vt:lpstr>
      <vt:lpstr>Calibri</vt:lpstr>
      <vt:lpstr>Aptos</vt:lpstr>
      <vt:lpstr>Segoe UI</vt:lpstr>
      <vt:lpstr>Algerian</vt:lpstr>
      <vt:lpstr>Agency FB</vt:lpstr>
      <vt:lpstr>Bahnschrift Condensed</vt:lpstr>
      <vt:lpstr>Chủ đề Office</vt:lpstr>
      <vt:lpstr>PowerPoint 演示文稿</vt:lpstr>
      <vt:lpstr>Giới Thiệu</vt:lpstr>
      <vt:lpstr>Phần Mở Đầu</vt:lpstr>
      <vt:lpstr>Phần Chính</vt:lpstr>
      <vt:lpstr>Phần Kết</vt:lpstr>
      <vt:lpstr>     </vt:lpstr>
      <vt:lpstr>Nội dung cho đoạn trích dẫn</vt:lpstr>
      <vt:lpstr>Nội dung cho ví dụ minh chứng -&gt; Bảng thống kê kết quả tuyển sinh 2020</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letuankiet01012008@gmail.com</dc:creator>
  <cp:lastModifiedBy>Le Hao Long B2609654</cp:lastModifiedBy>
  <cp:revision>2</cp:revision>
  <dcterms:created xsi:type="dcterms:W3CDTF">2026-09-18T08:24:00Z</dcterms:created>
  <dcterms:modified xsi:type="dcterms:W3CDTF">2026-09-23T00:46:39Z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42964929995A443482850E36283600E6_12</vt:lpwstr>
  </property>
  <property fmtid="{D5CDD505-2E9C-101B-9397-08002B2CF9AE}" pid="3" name="KSOProductBuildVer">
    <vt:lpwstr>2057-12.2.0.23206</vt:lpwstr>
  </property>
</Properties>
</file>