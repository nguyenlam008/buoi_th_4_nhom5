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custShowLst>
    <p:custShow name="KHTN" id="0">
      <p:sldLst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8"/>
      </p:sldLst>
    </p:custShow>
    <p:custShow name="CNTT" id="1">
      <p:sldLst>
        <p:sld r:id="rId5"/>
        <p:sld r:id="rId6"/>
        <p:sld r:id="rId7"/>
        <p:sld r:id="rId8"/>
        <p:sld r:id="rId9"/>
        <p:sld r:id="rId14"/>
        <p:sld r:id="rId15"/>
        <p:sld r:id="rId16"/>
        <p:sld r:id="rId17"/>
        <p:sld r:id="rId18"/>
      </p:sldLst>
    </p:custShow>
  </p:custShow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49437-2C51-4FCD-9524-3B8E6821A8A5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F85B9-C6E7-4B66-9820-9DC4CC48670A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 hasCustomPrompt="1"/>
          </p:nvPr>
        </p:nvSpPr>
        <p:spPr>
          <a:xfrm>
            <a:off x="1640732" y="130968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E08E-E90F-4506-926B-8B1D258C2AD5}" type="datetime1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59BC0-E42F-4FA2-8611-07BA8CC8D5C2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C30CA-CA46-4D89-9207-FED116620471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EA3EC-9213-4755-8C93-A1C02503C8E2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EA3D-F061-43E1-BD36-10C514DA6322}" type="datetime1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1351F-3CFF-408C-B5B1-A95116FAB1EC}" type="datetime1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C5EE-AC8C-49EA-8F22-4D3F47DB710D}" type="datetime1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E7F68-07B2-4CB4-9236-05B6EA71224C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2AFBA-979E-4978-86B5-0582DE3BF8B5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AB60-9C63-45C7-988A-42AC10CC5F94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15A8D-14BC-4575-9E16-F9E602840A8E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CEFF5-7672-4516-8CD8-54368DABB45C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62FC-13E3-4D77-A1C0-7620ECD58909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E0596-2FD6-426A-9AAD-56919D2C996F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E3A4-EFF1-4B57-B1C6-77D0164D4B3B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20774-EA3A-4519-B1A9-7E2EA0B23213}" type="datetime1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B442-739B-4F72-BD75-2B437D42736D}" type="datetime1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5EE2B-F1FD-470E-8258-F37E0BF6D5AC}" type="datetime1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69E5D-D9D8-402C-85F0-FBD697DFB9E4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06E-053D-464A-B61C-A1C56995BE7E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1081-F051-40B6-814F-777659622072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4813E-FD1D-4AE2-87FB-DD8BB0EB7063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61C4A-53D7-45A8-839D-102A3E938DED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5C76-53D0-4F7A-A428-4624CB469694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3131E-C306-4220-A491-1A1D474B071E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0317-3B79-425E-8CBD-20A7C3D1AB13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0F93-64AC-4FFD-BF26-C49B760A90A6}" type="datetime1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58E02-26A5-4ACB-B3B3-BE366027E71C}" type="datetime1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C3D89-B64C-43B4-B9BC-6A1052FA91DC}" type="datetime1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F4A-0F8D-43CC-9D18-5D05CA9F8603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22AD-9486-4770-82DA-ACAB8095652B}" type="datetime1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5506-172F-447A-B1E4-62D93CB8F442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15199-6BE2-4178-B7A2-B988863C3343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0E08E-E90F-4506-926B-8B1D258C2AD5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248BA-6D04-4982-846C-E34BA55792DA}" type="slidenum">
              <a:rPr lang="vi-VN" smtClean="0"/>
            </a:fld>
            <a:endParaRPr lang="vi-VN"/>
          </a:p>
        </p:txBody>
      </p:sp>
      <p:pic>
        <p:nvPicPr>
          <p:cNvPr id="10" name="Hình ảnh 9"/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049" y="365125"/>
            <a:ext cx="2190751" cy="19669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F172B-B91C-4B7E-AFC5-470EDE81BB84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7D8578-8731-4182-9FDE-75AB81ACFB26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  <a:endParaRPr lang="vi-VN"/>
          </a:p>
          <a:p>
            <a:pPr lvl="1"/>
            <a:r>
              <a:rPr lang="vi-VN"/>
              <a:t>Mức hai</a:t>
            </a:r>
            <a:endParaRPr lang="vi-VN"/>
          </a:p>
          <a:p>
            <a:pPr lvl="2"/>
            <a:r>
              <a:rPr lang="vi-VN"/>
              <a:t>Mức ba</a:t>
            </a:r>
            <a:endParaRPr lang="vi-VN"/>
          </a:p>
          <a:p>
            <a:pPr lvl="3"/>
            <a:r>
              <a:rPr lang="vi-VN"/>
              <a:t>Mức bốn</a:t>
            </a:r>
            <a:endParaRPr lang="vi-VN"/>
          </a:p>
          <a:p>
            <a:pPr lvl="4"/>
            <a:r>
              <a:rPr lang="vi-VN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9AF055-988F-4945-9901-787EF2000F4A}" type="datetime1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5909B-A2D1-4F46-ADD9-52E373E3FC6E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cit.ctu.edu.vn/" TargetMode="Externa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vi-VN" dirty="0"/>
              <a:t>ĐẠI HỌC CẦN THƠ QUÁ TRÌNH HÌNH THÀNH VÀ PHÁT TRIỂN</a:t>
            </a:r>
            <a:endParaRPr lang="vi-VN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vi-VN" dirty="0"/>
          </a:p>
          <a:p>
            <a:endParaRPr lang="vi-VN" dirty="0"/>
          </a:p>
        </p:txBody>
      </p:sp>
      <p:sp>
        <p:nvSpPr>
          <p:cNvPr id="5" name="Hộp Văn bản 4"/>
          <p:cNvSpPr txBox="1"/>
          <p:nvPr/>
        </p:nvSpPr>
        <p:spPr>
          <a:xfrm>
            <a:off x="943896" y="5978012"/>
            <a:ext cx="3421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365625" y="3942715"/>
            <a:ext cx="3266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4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TS. NGUYỄN VĂN A</a:t>
            </a:r>
            <a:endParaRPr lang="vi-VN" altLang="en-GB" sz="240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                          Nội Dung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90054" y="234517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vi-VN" dirty="0"/>
              <a:t>Thời kỳ viện Đại Học Cần Thơ (1966-1975)</a:t>
            </a:r>
            <a:endParaRPr lang="vi-VN" dirty="0"/>
          </a:p>
          <a:p>
            <a:r>
              <a:rPr lang="vi-VN" dirty="0"/>
              <a:t>ĐHCT GIAI ĐOẠN SAU NĂM 1975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/>
              <a:t>     </a:t>
            </a: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(1966-1975)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105111"/>
          </a:xfrm>
        </p:spPr>
        <p:txBody>
          <a:bodyPr>
            <a:normAutofit fontScale="92500" lnSpcReduction="10000"/>
          </a:bodyPr>
          <a:lstStyle/>
          <a:p>
            <a:r>
              <a:rPr lang="vi-VN" dirty="0"/>
              <a:t>ĐƯỢC THÀNH LẬP NGÀY 31 THÁNG 03 NĂM 1966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• VIỆN ĐẠI HỌC CẦN THƠ CÓ BỐN KHOA: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KHOA HỌC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LUẬT KHOA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KHOA HỌC XÃ HỘI, VĂN KHOA, SƯ PHẠM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-CAO ĐẲNG NÔNG NGHIỆP VÀ TRUNG TÂM SINH NGỮ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(1966-1975)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2141536"/>
            <a:ext cx="11353800" cy="4716463"/>
          </a:xfrm>
        </p:spPr>
        <p:txBody>
          <a:bodyPr>
            <a:normAutofit lnSpcReduction="10000"/>
          </a:bodyPr>
          <a:lstStyle/>
          <a:p>
            <a:r>
              <a:rPr lang="vi-VN" dirty="0"/>
              <a:t>CƠ SỞ VẬT CHẤT CỦA VIỆN ĐẠI HỌC CẦN THƠ TỌA LẠC TRÊN 4 ĐỊA ĐIỂM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- TÒA VIỆN TRƯỞNG (SỐ 5, ĐẠI LỘ HOÀ BÌNH)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- KHU I (ĐƯỜNG 30/4)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- KHU II: (ĐƯỜNG 3/2)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KHU III: (SỐ 1, LÝ TỰ TRỌNG)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4907684"/>
          </a:xfrm>
        </p:spPr>
        <p:txBody>
          <a:bodyPr>
            <a:normAutofit fontScale="92500" lnSpcReduction="10000"/>
          </a:bodyPr>
          <a:lstStyle/>
          <a:p>
            <a:r>
              <a:rPr lang="vi-VN" dirty="0"/>
              <a:t>VIỆN ĐẠI HỌC CẦN THƠ ĐƯỢC ĐỔI THÀNH ĐHCT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• CƠ CẤU ĐHCT HIỆN NAY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KHOA - VIỆN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TRUNG TÂM - TRUNG TÂM ĐÀO TẠO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PHÒNG BAN CHỨC NĂNG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ĐOÀN THỂ &amp; HỘI</a:t>
            </a:r>
            <a:endParaRPr lang="vi-VN" dirty="0"/>
          </a:p>
          <a:p>
            <a:pPr>
              <a:buFontTx/>
              <a:buChar char="-"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804843"/>
            <a:ext cx="11353800" cy="5125893"/>
          </a:xfrm>
        </p:spPr>
        <p:txBody>
          <a:bodyPr>
            <a:normAutofit lnSpcReduction="10000"/>
          </a:bodyPr>
          <a:lstStyle/>
          <a:p>
            <a:r>
              <a:rPr lang="vi-VN" dirty="0">
                <a:solidFill>
                  <a:srgbClr val="FF0000"/>
                </a:solidFill>
              </a:rPr>
              <a:t>KHOA </a:t>
            </a:r>
            <a:r>
              <a:rPr lang="vi-VN" dirty="0" err="1">
                <a:solidFill>
                  <a:srgbClr val="FF0000"/>
                </a:solidFill>
              </a:rPr>
              <a:t>KHOA</a:t>
            </a:r>
            <a:r>
              <a:rPr lang="vi-VN" dirty="0">
                <a:solidFill>
                  <a:srgbClr val="FF0000"/>
                </a:solidFill>
              </a:rPr>
              <a:t> HỌC TỰ NHIÊN</a:t>
            </a:r>
            <a:endParaRPr lang="vi-V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vi-VN" dirty="0"/>
              <a:t>- NGÀY 14/1/1998, TRƯỜNG ĐHCT KHÁNH THÀNH KHOA </a:t>
            </a:r>
            <a:r>
              <a:rPr lang="vi-VN" dirty="0" err="1"/>
              <a:t>KHOA</a:t>
            </a:r>
            <a:r>
              <a:rPr lang="vi-VN" dirty="0"/>
              <a:t> HỌC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CƠ SỞ VẬT CHẤT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+ 12 PHÒNG THÍ NGHIỆM (PTN) CHO SINH, HÓA, VẬT LÝ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 +06 PHÒNG MÁY TÍNH ĐƯỢC NỐI MẠNG VỚI NHAU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032375"/>
          </a:xfrm>
        </p:spPr>
        <p:txBody>
          <a:bodyPr/>
          <a:lstStyle/>
          <a:p>
            <a:r>
              <a:rPr lang="vi-VN" dirty="0">
                <a:solidFill>
                  <a:srgbClr val="FF0000"/>
                </a:solidFill>
              </a:rPr>
              <a:t>KHOA </a:t>
            </a:r>
            <a:r>
              <a:rPr lang="vi-VN" dirty="0" err="1">
                <a:solidFill>
                  <a:srgbClr val="FF0000"/>
                </a:solidFill>
              </a:rPr>
              <a:t>KHOA</a:t>
            </a:r>
            <a:r>
              <a:rPr lang="vi-VN" dirty="0">
                <a:solidFill>
                  <a:srgbClr val="FF0000"/>
                </a:solidFill>
              </a:rPr>
              <a:t> HỌC TỰ NHIÊN</a:t>
            </a:r>
            <a:endParaRPr lang="vi-VN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vi-VN" dirty="0"/>
              <a:t>CƠ SƠ VẬT CHẤT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VP KHOA VÀ XƯỞNG SỬA CHỮA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NĂM 2010, TRƯỜNG ĐÃ ĐẦU TƯ MỞ RỘNG KHU PTN CỦA KHOA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XÂY MỚI KHU NHÀ 3 TẦNG VỚI 22 PHÒNG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5198630"/>
          </a:xfrm>
        </p:spPr>
        <p:txBody>
          <a:bodyPr>
            <a:normAutofit/>
          </a:bodyPr>
          <a:lstStyle/>
          <a:p>
            <a:r>
              <a:rPr lang="vi-VN" dirty="0">
                <a:solidFill>
                  <a:srgbClr val="FF0000"/>
                </a:solidFill>
              </a:rPr>
              <a:t>KHOA </a:t>
            </a:r>
            <a:r>
              <a:rPr lang="vi-VN" dirty="0" err="1">
                <a:solidFill>
                  <a:srgbClr val="FF0000"/>
                </a:solidFill>
              </a:rPr>
              <a:t>KHOA</a:t>
            </a:r>
            <a:r>
              <a:rPr lang="vi-VN" dirty="0">
                <a:solidFill>
                  <a:srgbClr val="FF0000"/>
                </a:solidFill>
              </a:rPr>
              <a:t> HỌC TỰ NHIÊN</a:t>
            </a:r>
            <a:endParaRPr lang="vi-VN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vi-VN" dirty="0"/>
              <a:t>KHOA KHTN HIỆN NAY GỒM 04 BỘ MÔN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SINH HỌC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HÓA HỌC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TOÁN HỌC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VẬT LÝ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  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8200" y="333953"/>
            <a:ext cx="10515600" cy="1325563"/>
          </a:xfrm>
        </p:spPr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742498"/>
            <a:ext cx="11353800" cy="5115502"/>
          </a:xfrm>
        </p:spPr>
        <p:txBody>
          <a:bodyPr/>
          <a:lstStyle/>
          <a:p>
            <a:r>
              <a:rPr lang="vi-VN" dirty="0"/>
              <a:t> </a:t>
            </a:r>
            <a:r>
              <a:rPr lang="vi-VN" dirty="0">
                <a:solidFill>
                  <a:srgbClr val="FF0000"/>
                </a:solidFill>
              </a:rPr>
              <a:t>KHOA </a:t>
            </a:r>
            <a:r>
              <a:rPr lang="vi-VN" dirty="0" err="1">
                <a:solidFill>
                  <a:srgbClr val="FF0000"/>
                </a:solidFill>
              </a:rPr>
              <a:t>KHOA</a:t>
            </a:r>
            <a:r>
              <a:rPr lang="vi-VN" dirty="0">
                <a:solidFill>
                  <a:srgbClr val="FF0000"/>
                </a:solidFill>
              </a:rPr>
              <a:t> HỌC TỰ NHIÊN</a:t>
            </a:r>
            <a:endParaRPr lang="vi-VN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vi-VN" dirty="0"/>
              <a:t>CÔNG TÁC ĐÀO TẠO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ĐẠI HỌC: .....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SĐH: ....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CÔNG TÁC NCKH, BÁO CÁO CHUYÊN ĐỀ: ....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CÔNG TÁC ĐÀO TẠO VÀ BỒI DƯỠNG CÁN BỘ:…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125893"/>
          </a:xfrm>
        </p:spPr>
        <p:txBody>
          <a:bodyPr>
            <a:normAutofit/>
          </a:bodyPr>
          <a:lstStyle/>
          <a:p>
            <a:r>
              <a:rPr lang="vi-VN" dirty="0">
                <a:hlinkClick r:id="rId2"/>
              </a:rPr>
              <a:t>KHOA CNTT &amp; TT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ĐƯỢC THÀNH LẬP NĂM 1994 TRÊN CƠ SỞ TRUNG TÂM ĐIỆN TỬ VÀ TIN HỌC</a:t>
            </a:r>
            <a:endParaRPr lang="vi-VN" dirty="0"/>
          </a:p>
          <a:p>
            <a:pPr>
              <a:buFontTx/>
              <a:buChar char="-"/>
            </a:pPr>
            <a:r>
              <a:rPr lang="vi-VN" dirty="0"/>
              <a:t>NHIỆM VỤ CỦA KHOA LÀ ĐÀO TẠO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ĐẠI HỌC VÀ SAU ĐẠI HỌC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NCKH VÀ CHUYỂN GIAO CÔNG NGHỆ TRONG LĨNH VỰC CNTT&amp; TT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-10391" y="1843254"/>
            <a:ext cx="11353800" cy="5136284"/>
          </a:xfrm>
        </p:spPr>
        <p:txBody>
          <a:bodyPr/>
          <a:lstStyle/>
          <a:p>
            <a:r>
              <a:rPr lang="vi-VN" dirty="0">
                <a:solidFill>
                  <a:schemeClr val="accent4"/>
                </a:solidFill>
              </a:rPr>
              <a:t>KHOA CNTT &amp; TT</a:t>
            </a:r>
            <a:endParaRPr lang="vi-VN" dirty="0">
              <a:solidFill>
                <a:schemeClr val="accent4"/>
              </a:solidFill>
            </a:endParaRPr>
          </a:p>
          <a:p>
            <a:pPr>
              <a:buFontTx/>
              <a:buChar char="-"/>
            </a:pPr>
            <a:r>
              <a:rPr lang="vi-VN" dirty="0"/>
              <a:t>TẦM NHÌN ĐẾN NĂM 2020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ĐƠN VỊ ĐÀO TẠO VÀ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NGHIÊN CỨU KHOA HỌC VỀ CNTT&amp; TT MẠNH CỦA CẢ NƯỚC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032375"/>
          </a:xfrm>
        </p:spPr>
        <p:txBody>
          <a:bodyPr>
            <a:normAutofit/>
          </a:bodyPr>
          <a:lstStyle/>
          <a:p>
            <a:r>
              <a:rPr lang="vi-V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KHOA CNTT &amp; TT</a:t>
            </a:r>
            <a:endParaRPr lang="vi-VN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>
              <a:buFontTx/>
              <a:buChar char="-"/>
            </a:pPr>
            <a:r>
              <a:rPr lang="vi-VN" dirty="0"/>
              <a:t>CÁC BỘ MÔN VÀ TRUNG TÂM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HỆ THỐNG THÔNG TIN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MẠNG MÁY TÍNH &amp; TRUYỀN THÔNG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CÔNG NGHỆ PHẦN MỀM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KHOA HỌC MÁY TÍNH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  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032375"/>
          </a:xfrm>
        </p:spPr>
        <p:txBody>
          <a:bodyPr>
            <a:normAutofit/>
          </a:bodyPr>
          <a:lstStyle/>
          <a:p>
            <a:r>
              <a:rPr lang="vi-V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KHOA CNTT &amp; TT</a:t>
            </a:r>
            <a:endParaRPr lang="vi-VN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>
              <a:buFontTx/>
              <a:buChar char="-"/>
            </a:pPr>
            <a:r>
              <a:rPr lang="vi-VN" dirty="0"/>
              <a:t>CÁC BỘ MÔN VÀ TRUNG TÂM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CÔNG NGHỆ THÔNG TIN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BỘ MÔN TIN HỌC ỨNG DỤNG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TỔ VĂN PHÒNG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+ TRUNG TÂM ĐIỆN TỪ &amp; TIN HỌC</a:t>
            </a: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bg2">
                    <a:lumMod val="10000"/>
                  </a:schemeClr>
                </a:solidFill>
              </a:rPr>
            </a:fld>
            <a:endParaRPr lang="vi-V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8200" y="2694305"/>
            <a:ext cx="10515600" cy="1325563"/>
          </a:xfrm>
        </p:spPr>
        <p:txBody>
          <a:bodyPr/>
          <a:lstStyle/>
          <a:p>
            <a:r>
              <a:rPr lang="vi-VN" dirty="0"/>
              <a:t>         CÁM ƠN SỰ CHÚ Ý CỦA QUÝ </a:t>
            </a:r>
            <a:r>
              <a:rPr lang="vi-VN" dirty="0"/>
              <a:t>VỊ </a:t>
            </a:r>
            <a:endParaRPr lang="vi-VN" dirty="0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-571500" y="1836016"/>
            <a:ext cx="119253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endParaRPr lang="vi-VN" dirty="0"/>
          </a:p>
          <a:p>
            <a:pPr marL="0" indent="0">
              <a:buNone/>
            </a:pP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Giới </a:t>
            </a:r>
            <a:r>
              <a:rPr lang="vi-VN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Giới</a:t>
            </a: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thiệu Đại Học Cần Thơ</a:t>
            </a:r>
            <a:endParaRPr lang="vi-V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vi-V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vi-V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vi-VN" dirty="0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248BA-6D04-4982-846C-E34BA55792DA}" type="slidenum">
              <a:rPr lang="vi-VN" sz="2000" smtClean="0">
                <a:solidFill>
                  <a:schemeClr val="tx1"/>
                </a:solidFill>
              </a:rPr>
            </a:fld>
            <a:endParaRPr lang="vi-V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iết kế Tùy chỉnh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iết kế Tùy chỉnh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2568</Words>
  <Application>WPS Presentation</Application>
  <PresentationFormat>Màn hình rộng</PresentationFormat>
  <Paragraphs>210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  <vt:variant>
        <vt:lpstr>自定义放映</vt:lpstr>
      </vt:variant>
      <vt:variant>
        <vt:i4>2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Aptos</vt:lpstr>
      <vt:lpstr>Segoe UI</vt:lpstr>
      <vt:lpstr>Chủ đề Office</vt:lpstr>
      <vt:lpstr>1_Thiết kế Tùy chỉnh</vt:lpstr>
      <vt:lpstr>Thiết kế Tùy chỉnh</vt:lpstr>
      <vt:lpstr>ĐẠI HỌC CẦN THƠ QUÁ TRÌNH HÌNH THÀNH VÀ PHÁT TRIỂN</vt:lpstr>
      <vt:lpstr>                          Nội Dung</vt:lpstr>
      <vt:lpstr>THỜI KỲ VIỆN ĐẠI HỌC CẦN THƠ (1966-1975)</vt:lpstr>
      <vt:lpstr>THỜI KỲ VIỆN ĐẠI HỌC CẦN THƠ (1966-1975)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         Cám ơn sự chú ý của quý vị</vt:lpstr>
      <vt:lpstr>KHTN</vt:lpstr>
      <vt:lpstr>CNTT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letuankiet01012008@gmail.com</dc:creator>
  <cp:lastModifiedBy>Le Hao Long B2609654</cp:lastModifiedBy>
  <cp:revision>4</cp:revision>
  <dcterms:created xsi:type="dcterms:W3CDTF">2026-09-19T10:33:00Z</dcterms:created>
  <dcterms:modified xsi:type="dcterms:W3CDTF">2026-09-23T00:56:24Z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DF7FC75892BD45C8B5EB39C547078745_12</vt:lpwstr>
  </property>
  <property fmtid="{D5CDD505-2E9C-101B-9397-08002B2CF9AE}" pid="3" name="KSOProductBuildVer">
    <vt:lpwstr>2057-12.2.0.23206</vt:lpwstr>
  </property>
</Properties>
</file>